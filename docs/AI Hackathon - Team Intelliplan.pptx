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2" r:id="rId5"/>
  </p:sldMasterIdLst>
  <p:notesMasterIdLst>
    <p:notesMasterId r:id="rId12"/>
  </p:notesMasterIdLst>
  <p:sldIdLst>
    <p:sldId id="831" r:id="rId6"/>
    <p:sldId id="938" r:id="rId7"/>
    <p:sldId id="939" r:id="rId8"/>
    <p:sldId id="940" r:id="rId9"/>
    <p:sldId id="941" r:id="rId10"/>
    <p:sldId id="942" r:id="rId11"/>
  </p:sldIdLst>
  <p:sldSz cx="12192000" cy="6858000"/>
  <p:notesSz cx="6858000" cy="91440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F0"/>
    <a:srgbClr val="00366B"/>
    <a:srgbClr val="002060"/>
    <a:srgbClr val="6679A0"/>
    <a:srgbClr val="ED6A25"/>
    <a:srgbClr val="E90B0B"/>
    <a:srgbClr val="FFFFFF"/>
    <a:srgbClr val="008CCC"/>
    <a:srgbClr val="EC7A08"/>
    <a:srgbClr val="00448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F8067E8-CAA6-42CB-9E59-7040955B0D8A}" v="921" dt="2026-02-09T16:52:19.474"/>
  </p1510:revLst>
</p1510:revInfo>
</file>

<file path=ppt/tableStyles.xml><?xml version="1.0" encoding="utf-8"?>
<a:tblStyleLst xmlns:a="http://schemas.openxmlformats.org/drawingml/2006/main" def="{5C22544A-7EE6-4342-B048-85BDC9FD1C3A}">
  <a:tblStyle styleId="{5C22544A-7EE6-4342-B048-85BDC9FD1C3A}" styleName="Mellanmörkt format 2 - Dekorfär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654"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theme" Target="theme/theme1.xml"/><Relationship Id="rId10" Type="http://schemas.openxmlformats.org/officeDocument/2006/relationships/slide" Target="slides/slide5.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edrik Wessberg" userId="83d65519-bca1-4bcc-a7ac-4285c42ad474" providerId="ADAL" clId="{E048B588-C07C-4A06-8BD1-0BD0BE08D293}"/>
    <pc:docChg chg="undo custSel addSld delSld modSld sldOrd">
      <pc:chgData name="Fredrik Wessberg" userId="83d65519-bca1-4bcc-a7ac-4285c42ad474" providerId="ADAL" clId="{E048B588-C07C-4A06-8BD1-0BD0BE08D293}" dt="2026-02-09T16:52:26.772" v="22482" actId="14100"/>
      <pc:docMkLst>
        <pc:docMk/>
      </pc:docMkLst>
      <pc:sldChg chg="addSp modSp mod ord modShow">
        <pc:chgData name="Fredrik Wessberg" userId="83d65519-bca1-4bcc-a7ac-4285c42ad474" providerId="ADAL" clId="{E048B588-C07C-4A06-8BD1-0BD0BE08D293}" dt="2026-02-09T13:19:52.957" v="21196"/>
        <pc:sldMkLst>
          <pc:docMk/>
          <pc:sldMk cId="266300201" sldId="831"/>
        </pc:sldMkLst>
        <pc:spChg chg="mod">
          <ac:chgData name="Fredrik Wessberg" userId="83d65519-bca1-4bcc-a7ac-4285c42ad474" providerId="ADAL" clId="{E048B588-C07C-4A06-8BD1-0BD0BE08D293}" dt="2026-01-24T09:44:19.820" v="18771" actId="790"/>
          <ac:spMkLst>
            <pc:docMk/>
            <pc:sldMk cId="266300201" sldId="831"/>
            <ac:spMk id="3" creationId="{658ADF83-B3DC-2BF7-6DF9-8AC6C7A2874D}"/>
          </ac:spMkLst>
        </pc:spChg>
        <pc:spChg chg="mod">
          <ac:chgData name="Fredrik Wessberg" userId="83d65519-bca1-4bcc-a7ac-4285c42ad474" providerId="ADAL" clId="{E048B588-C07C-4A06-8BD1-0BD0BE08D293}" dt="2026-01-24T09:44:19.820" v="18771" actId="790"/>
          <ac:spMkLst>
            <pc:docMk/>
            <pc:sldMk cId="266300201" sldId="831"/>
            <ac:spMk id="4" creationId="{7DDE8096-5B63-4CAC-F091-ED923F58CAF2}"/>
          </ac:spMkLst>
        </pc:spChg>
        <pc:spChg chg="mod">
          <ac:chgData name="Fredrik Wessberg" userId="83d65519-bca1-4bcc-a7ac-4285c42ad474" providerId="ADAL" clId="{E048B588-C07C-4A06-8BD1-0BD0BE08D293}" dt="2026-01-24T09:44:19.820" v="18771" actId="790"/>
          <ac:spMkLst>
            <pc:docMk/>
            <pc:sldMk cId="266300201" sldId="831"/>
            <ac:spMk id="5" creationId="{FB929F3B-446C-B1FA-8FF3-0CEFFD74434A}"/>
          </ac:spMkLst>
        </pc:spChg>
        <pc:spChg chg="mod">
          <ac:chgData name="Fredrik Wessberg" userId="83d65519-bca1-4bcc-a7ac-4285c42ad474" providerId="ADAL" clId="{E048B588-C07C-4A06-8BD1-0BD0BE08D293}" dt="2026-02-09T13:19:40.883" v="21194" actId="20577"/>
          <ac:spMkLst>
            <pc:docMk/>
            <pc:sldMk cId="266300201" sldId="831"/>
            <ac:spMk id="6" creationId="{F4B9C9A1-F6F7-35F4-806E-7D1F5D19712E}"/>
          </ac:spMkLst>
        </pc:spChg>
        <pc:picChg chg="add">
          <ac:chgData name="Fredrik Wessberg" userId="83d65519-bca1-4bcc-a7ac-4285c42ad474" providerId="ADAL" clId="{E048B588-C07C-4A06-8BD1-0BD0BE08D293}" dt="2026-02-09T13:19:52.957" v="21196"/>
          <ac:picMkLst>
            <pc:docMk/>
            <pc:sldMk cId="266300201" sldId="831"/>
            <ac:picMk id="8" creationId="{B7DBEBF1-AC33-7A67-4D95-9A42B167ED4A}"/>
          </ac:picMkLst>
        </pc:picChg>
      </pc:sldChg>
      <pc:sldChg chg="modSp del mod">
        <pc:chgData name="Fredrik Wessberg" userId="83d65519-bca1-4bcc-a7ac-4285c42ad474" providerId="ADAL" clId="{E048B588-C07C-4A06-8BD1-0BD0BE08D293}" dt="2026-02-09T13:53:23.261" v="22384" actId="47"/>
        <pc:sldMkLst>
          <pc:docMk/>
          <pc:sldMk cId="1196812799" sldId="917"/>
        </pc:sldMkLst>
      </pc:sldChg>
      <pc:sldChg chg="modSp del mod">
        <pc:chgData name="Fredrik Wessberg" userId="83d65519-bca1-4bcc-a7ac-4285c42ad474" providerId="ADAL" clId="{E048B588-C07C-4A06-8BD1-0BD0BE08D293}" dt="2026-02-09T13:53:23.261" v="22384" actId="47"/>
        <pc:sldMkLst>
          <pc:docMk/>
          <pc:sldMk cId="3900959501" sldId="918"/>
        </pc:sldMkLst>
      </pc:sldChg>
      <pc:sldChg chg="modSp del mod">
        <pc:chgData name="Fredrik Wessberg" userId="83d65519-bca1-4bcc-a7ac-4285c42ad474" providerId="ADAL" clId="{E048B588-C07C-4A06-8BD1-0BD0BE08D293}" dt="2026-02-09T13:53:23.261" v="22384" actId="47"/>
        <pc:sldMkLst>
          <pc:docMk/>
          <pc:sldMk cId="4104606086" sldId="920"/>
        </pc:sldMkLst>
      </pc:sldChg>
      <pc:sldChg chg="modSp del mod modShow">
        <pc:chgData name="Fredrik Wessberg" userId="83d65519-bca1-4bcc-a7ac-4285c42ad474" providerId="ADAL" clId="{E048B588-C07C-4A06-8BD1-0BD0BE08D293}" dt="2026-02-09T13:53:23.261" v="22384" actId="47"/>
        <pc:sldMkLst>
          <pc:docMk/>
          <pc:sldMk cId="2787088949" sldId="921"/>
        </pc:sldMkLst>
      </pc:sldChg>
      <pc:sldChg chg="modSp del mod modShow">
        <pc:chgData name="Fredrik Wessberg" userId="83d65519-bca1-4bcc-a7ac-4285c42ad474" providerId="ADAL" clId="{E048B588-C07C-4A06-8BD1-0BD0BE08D293}" dt="2026-02-09T13:53:23.261" v="22384" actId="47"/>
        <pc:sldMkLst>
          <pc:docMk/>
          <pc:sldMk cId="1237582646" sldId="924"/>
        </pc:sldMkLst>
      </pc:sldChg>
      <pc:sldChg chg="modSp del mod modShow">
        <pc:chgData name="Fredrik Wessberg" userId="83d65519-bca1-4bcc-a7ac-4285c42ad474" providerId="ADAL" clId="{E048B588-C07C-4A06-8BD1-0BD0BE08D293}" dt="2026-02-09T13:53:23.261" v="22384" actId="47"/>
        <pc:sldMkLst>
          <pc:docMk/>
          <pc:sldMk cId="439838886" sldId="925"/>
        </pc:sldMkLst>
      </pc:sldChg>
      <pc:sldChg chg="modSp del mod modShow">
        <pc:chgData name="Fredrik Wessberg" userId="83d65519-bca1-4bcc-a7ac-4285c42ad474" providerId="ADAL" clId="{E048B588-C07C-4A06-8BD1-0BD0BE08D293}" dt="2026-02-09T13:53:23.261" v="22384" actId="47"/>
        <pc:sldMkLst>
          <pc:docMk/>
          <pc:sldMk cId="3350931795" sldId="926"/>
        </pc:sldMkLst>
      </pc:sldChg>
      <pc:sldChg chg="addSp modSp add del mod modAnim modShow">
        <pc:chgData name="Fredrik Wessberg" userId="83d65519-bca1-4bcc-a7ac-4285c42ad474" providerId="ADAL" clId="{E048B588-C07C-4A06-8BD1-0BD0BE08D293}" dt="2026-02-09T13:53:23.261" v="22384" actId="47"/>
        <pc:sldMkLst>
          <pc:docMk/>
          <pc:sldMk cId="1563475593" sldId="927"/>
        </pc:sldMkLst>
      </pc:sldChg>
      <pc:sldChg chg="addSp delSp modSp add del mod ord delAnim modAnim modShow">
        <pc:chgData name="Fredrik Wessberg" userId="83d65519-bca1-4bcc-a7ac-4285c42ad474" providerId="ADAL" clId="{E048B588-C07C-4A06-8BD1-0BD0BE08D293}" dt="2026-02-09T13:53:23.261" v="22384" actId="47"/>
        <pc:sldMkLst>
          <pc:docMk/>
          <pc:sldMk cId="3894485579" sldId="928"/>
        </pc:sldMkLst>
      </pc:sldChg>
      <pc:sldChg chg="addSp delSp modSp add del mod delAnim modAnim modShow">
        <pc:chgData name="Fredrik Wessberg" userId="83d65519-bca1-4bcc-a7ac-4285c42ad474" providerId="ADAL" clId="{E048B588-C07C-4A06-8BD1-0BD0BE08D293}" dt="2026-02-09T13:53:23.261" v="22384" actId="47"/>
        <pc:sldMkLst>
          <pc:docMk/>
          <pc:sldMk cId="415764538" sldId="929"/>
        </pc:sldMkLst>
      </pc:sldChg>
      <pc:sldChg chg="addSp delSp modSp add del mod delAnim modAnim modShow">
        <pc:chgData name="Fredrik Wessberg" userId="83d65519-bca1-4bcc-a7ac-4285c42ad474" providerId="ADAL" clId="{E048B588-C07C-4A06-8BD1-0BD0BE08D293}" dt="2026-02-09T13:53:23.261" v="22384" actId="47"/>
        <pc:sldMkLst>
          <pc:docMk/>
          <pc:sldMk cId="1811882517" sldId="930"/>
        </pc:sldMkLst>
      </pc:sldChg>
      <pc:sldChg chg="addSp delSp modSp add del mod ord delAnim modAnim modShow">
        <pc:chgData name="Fredrik Wessberg" userId="83d65519-bca1-4bcc-a7ac-4285c42ad474" providerId="ADAL" clId="{E048B588-C07C-4A06-8BD1-0BD0BE08D293}" dt="2026-02-09T13:53:23.261" v="22384" actId="47"/>
        <pc:sldMkLst>
          <pc:docMk/>
          <pc:sldMk cId="3762822139" sldId="931"/>
        </pc:sldMkLst>
      </pc:sldChg>
      <pc:sldChg chg="addSp delSp modSp add del mod delAnim modAnim modShow">
        <pc:chgData name="Fredrik Wessberg" userId="83d65519-bca1-4bcc-a7ac-4285c42ad474" providerId="ADAL" clId="{E048B588-C07C-4A06-8BD1-0BD0BE08D293}" dt="2026-02-09T13:53:23.261" v="22384" actId="47"/>
        <pc:sldMkLst>
          <pc:docMk/>
          <pc:sldMk cId="175664011" sldId="932"/>
        </pc:sldMkLst>
      </pc:sldChg>
      <pc:sldChg chg="addSp delSp modSp add del mod ord delAnim modAnim modShow">
        <pc:chgData name="Fredrik Wessberg" userId="83d65519-bca1-4bcc-a7ac-4285c42ad474" providerId="ADAL" clId="{E048B588-C07C-4A06-8BD1-0BD0BE08D293}" dt="2026-02-09T13:53:23.261" v="22384" actId="47"/>
        <pc:sldMkLst>
          <pc:docMk/>
          <pc:sldMk cId="762254924" sldId="934"/>
        </pc:sldMkLst>
      </pc:sldChg>
      <pc:sldChg chg="modSp add del mod modShow">
        <pc:chgData name="Fredrik Wessberg" userId="83d65519-bca1-4bcc-a7ac-4285c42ad474" providerId="ADAL" clId="{E048B588-C07C-4A06-8BD1-0BD0BE08D293}" dt="2026-02-09T13:53:23.261" v="22384" actId="47"/>
        <pc:sldMkLst>
          <pc:docMk/>
          <pc:sldMk cId="3225920365" sldId="935"/>
        </pc:sldMkLst>
      </pc:sldChg>
      <pc:sldChg chg="addSp delSp modSp add del mod delAnim modAnim modShow">
        <pc:chgData name="Fredrik Wessberg" userId="83d65519-bca1-4bcc-a7ac-4285c42ad474" providerId="ADAL" clId="{E048B588-C07C-4A06-8BD1-0BD0BE08D293}" dt="2026-02-09T13:53:23.261" v="22384" actId="47"/>
        <pc:sldMkLst>
          <pc:docMk/>
          <pc:sldMk cId="1756817063" sldId="936"/>
        </pc:sldMkLst>
      </pc:sldChg>
      <pc:sldChg chg="addSp delSp modSp add del mod delAnim modAnim modShow">
        <pc:chgData name="Fredrik Wessberg" userId="83d65519-bca1-4bcc-a7ac-4285c42ad474" providerId="ADAL" clId="{E048B588-C07C-4A06-8BD1-0BD0BE08D293}" dt="2026-02-09T13:53:23.261" v="22384" actId="47"/>
        <pc:sldMkLst>
          <pc:docMk/>
          <pc:sldMk cId="2790275350" sldId="937"/>
        </pc:sldMkLst>
      </pc:sldChg>
      <pc:sldChg chg="addSp delSp modSp add mod delAnim modAnim modShow">
        <pc:chgData name="Fredrik Wessberg" userId="83d65519-bca1-4bcc-a7ac-4285c42ad474" providerId="ADAL" clId="{E048B588-C07C-4A06-8BD1-0BD0BE08D293}" dt="2026-02-09T14:58:46.464" v="22385"/>
        <pc:sldMkLst>
          <pc:docMk/>
          <pc:sldMk cId="1722364626" sldId="938"/>
        </pc:sldMkLst>
        <pc:spChg chg="mod">
          <ac:chgData name="Fredrik Wessberg" userId="83d65519-bca1-4bcc-a7ac-4285c42ad474" providerId="ADAL" clId="{E048B588-C07C-4A06-8BD1-0BD0BE08D293}" dt="2026-02-09T13:20:11.661" v="21227" actId="20577"/>
          <ac:spMkLst>
            <pc:docMk/>
            <pc:sldMk cId="1722364626" sldId="938"/>
            <ac:spMk id="2" creationId="{46DF915D-A5A7-D087-6CA3-E4BE4D27C309}"/>
          </ac:spMkLst>
        </pc:spChg>
        <pc:spChg chg="add mod">
          <ac:chgData name="Fredrik Wessberg" userId="83d65519-bca1-4bcc-a7ac-4285c42ad474" providerId="ADAL" clId="{E048B588-C07C-4A06-8BD1-0BD0BE08D293}" dt="2026-02-09T13:26:38.743" v="21599" actId="1076"/>
          <ac:spMkLst>
            <pc:docMk/>
            <pc:sldMk cId="1722364626" sldId="938"/>
            <ac:spMk id="3" creationId="{E71AA986-F93B-4C9C-8594-6110A7C0B6DA}"/>
          </ac:spMkLst>
        </pc:spChg>
        <pc:spChg chg="mod">
          <ac:chgData name="Fredrik Wessberg" userId="83d65519-bca1-4bcc-a7ac-4285c42ad474" providerId="ADAL" clId="{E048B588-C07C-4A06-8BD1-0BD0BE08D293}" dt="2026-02-09T13:20:05.883" v="21210" actId="20577"/>
          <ac:spMkLst>
            <pc:docMk/>
            <pc:sldMk cId="1722364626" sldId="938"/>
            <ac:spMk id="4" creationId="{75F490EB-BED7-1197-49B6-DEAA9C739702}"/>
          </ac:spMkLst>
        </pc:spChg>
        <pc:spChg chg="del">
          <ac:chgData name="Fredrik Wessberg" userId="83d65519-bca1-4bcc-a7ac-4285c42ad474" providerId="ADAL" clId="{E048B588-C07C-4A06-8BD1-0BD0BE08D293}" dt="2026-02-09T13:20:16.157" v="21228" actId="478"/>
          <ac:spMkLst>
            <pc:docMk/>
            <pc:sldMk cId="1722364626" sldId="938"/>
            <ac:spMk id="8" creationId="{E48FA627-6F06-351A-C9F6-3605C0CEE694}"/>
          </ac:spMkLst>
        </pc:spChg>
        <pc:spChg chg="del">
          <ac:chgData name="Fredrik Wessberg" userId="83d65519-bca1-4bcc-a7ac-4285c42ad474" providerId="ADAL" clId="{E048B588-C07C-4A06-8BD1-0BD0BE08D293}" dt="2026-02-09T13:20:16.157" v="21228" actId="478"/>
          <ac:spMkLst>
            <pc:docMk/>
            <pc:sldMk cId="1722364626" sldId="938"/>
            <ac:spMk id="12" creationId="{171CC1DF-FEB8-AE20-BC12-CB0E09BC291E}"/>
          </ac:spMkLst>
        </pc:spChg>
        <pc:spChg chg="del">
          <ac:chgData name="Fredrik Wessberg" userId="83d65519-bca1-4bcc-a7ac-4285c42ad474" providerId="ADAL" clId="{E048B588-C07C-4A06-8BD1-0BD0BE08D293}" dt="2026-02-09T13:20:16.157" v="21228" actId="478"/>
          <ac:spMkLst>
            <pc:docMk/>
            <pc:sldMk cId="1722364626" sldId="938"/>
            <ac:spMk id="13" creationId="{4C398574-DCD8-010E-CAD6-8728AC825005}"/>
          </ac:spMkLst>
        </pc:spChg>
        <pc:spChg chg="del">
          <ac:chgData name="Fredrik Wessberg" userId="83d65519-bca1-4bcc-a7ac-4285c42ad474" providerId="ADAL" clId="{E048B588-C07C-4A06-8BD1-0BD0BE08D293}" dt="2026-02-09T13:20:16.157" v="21228" actId="478"/>
          <ac:spMkLst>
            <pc:docMk/>
            <pc:sldMk cId="1722364626" sldId="938"/>
            <ac:spMk id="14" creationId="{BEEC2186-5CD4-138B-F0C6-802FD0C16151}"/>
          </ac:spMkLst>
        </pc:spChg>
        <pc:spChg chg="del">
          <ac:chgData name="Fredrik Wessberg" userId="83d65519-bca1-4bcc-a7ac-4285c42ad474" providerId="ADAL" clId="{E048B588-C07C-4A06-8BD1-0BD0BE08D293}" dt="2026-02-09T13:20:16.157" v="21228" actId="478"/>
          <ac:spMkLst>
            <pc:docMk/>
            <pc:sldMk cId="1722364626" sldId="938"/>
            <ac:spMk id="20" creationId="{4F8D92E1-F1A9-65EA-DB46-7225AA0366DE}"/>
          </ac:spMkLst>
        </pc:spChg>
        <pc:spChg chg="del">
          <ac:chgData name="Fredrik Wessberg" userId="83d65519-bca1-4bcc-a7ac-4285c42ad474" providerId="ADAL" clId="{E048B588-C07C-4A06-8BD1-0BD0BE08D293}" dt="2026-02-09T13:20:16.157" v="21228" actId="478"/>
          <ac:spMkLst>
            <pc:docMk/>
            <pc:sldMk cId="1722364626" sldId="938"/>
            <ac:spMk id="21" creationId="{8526D2FE-53FE-1379-AABA-16260CEBA935}"/>
          </ac:spMkLst>
        </pc:spChg>
        <pc:picChg chg="add mod">
          <ac:chgData name="Fredrik Wessberg" userId="83d65519-bca1-4bcc-a7ac-4285c42ad474" providerId="ADAL" clId="{E048B588-C07C-4A06-8BD1-0BD0BE08D293}" dt="2026-02-09T13:26:35.843" v="21598" actId="1076"/>
          <ac:picMkLst>
            <pc:docMk/>
            <pc:sldMk cId="1722364626" sldId="938"/>
            <ac:picMk id="6" creationId="{51FEB14E-BF57-CF9D-559D-28BBF9CF087A}"/>
          </ac:picMkLst>
        </pc:picChg>
        <pc:cxnChg chg="del">
          <ac:chgData name="Fredrik Wessberg" userId="83d65519-bca1-4bcc-a7ac-4285c42ad474" providerId="ADAL" clId="{E048B588-C07C-4A06-8BD1-0BD0BE08D293}" dt="2026-02-09T13:20:16.157" v="21228" actId="478"/>
          <ac:cxnSpMkLst>
            <pc:docMk/>
            <pc:sldMk cId="1722364626" sldId="938"/>
            <ac:cxnSpMk id="16" creationId="{BC9E7DFF-3E82-2075-8B55-B02A74F9DF74}"/>
          </ac:cxnSpMkLst>
        </pc:cxnChg>
        <pc:cxnChg chg="del">
          <ac:chgData name="Fredrik Wessberg" userId="83d65519-bca1-4bcc-a7ac-4285c42ad474" providerId="ADAL" clId="{E048B588-C07C-4A06-8BD1-0BD0BE08D293}" dt="2026-02-09T13:20:16.157" v="21228" actId="478"/>
          <ac:cxnSpMkLst>
            <pc:docMk/>
            <pc:sldMk cId="1722364626" sldId="938"/>
            <ac:cxnSpMk id="19" creationId="{CEA1479F-114E-70B0-E87B-74DD073E239D}"/>
          </ac:cxnSpMkLst>
        </pc:cxnChg>
      </pc:sldChg>
      <pc:sldChg chg="addSp delSp modSp add mod modAnim">
        <pc:chgData name="Fredrik Wessberg" userId="83d65519-bca1-4bcc-a7ac-4285c42ad474" providerId="ADAL" clId="{E048B588-C07C-4A06-8BD1-0BD0BE08D293}" dt="2026-02-09T15:18:21.447" v="22403" actId="1076"/>
        <pc:sldMkLst>
          <pc:docMk/>
          <pc:sldMk cId="697139032" sldId="939"/>
        </pc:sldMkLst>
        <pc:spChg chg="mod">
          <ac:chgData name="Fredrik Wessberg" userId="83d65519-bca1-4bcc-a7ac-4285c42ad474" providerId="ADAL" clId="{E048B588-C07C-4A06-8BD1-0BD0BE08D293}" dt="2026-02-09T13:32:18.773" v="21915" actId="20577"/>
          <ac:spMkLst>
            <pc:docMk/>
            <pc:sldMk cId="697139032" sldId="939"/>
            <ac:spMk id="2" creationId="{828C2A43-F971-3E2D-6ABA-E04C3D71F502}"/>
          </ac:spMkLst>
        </pc:spChg>
        <pc:spChg chg="mod">
          <ac:chgData name="Fredrik Wessberg" userId="83d65519-bca1-4bcc-a7ac-4285c42ad474" providerId="ADAL" clId="{E048B588-C07C-4A06-8BD1-0BD0BE08D293}" dt="2026-02-09T15:18:16.906" v="22402" actId="1076"/>
          <ac:spMkLst>
            <pc:docMk/>
            <pc:sldMk cId="697139032" sldId="939"/>
            <ac:spMk id="3" creationId="{262BCB38-8EA6-613B-66D1-AA8C20FBBA50}"/>
          </ac:spMkLst>
        </pc:spChg>
        <pc:picChg chg="add mod">
          <ac:chgData name="Fredrik Wessberg" userId="83d65519-bca1-4bcc-a7ac-4285c42ad474" providerId="ADAL" clId="{E048B588-C07C-4A06-8BD1-0BD0BE08D293}" dt="2026-02-09T15:18:21.447" v="22403" actId="1076"/>
          <ac:picMkLst>
            <pc:docMk/>
            <pc:sldMk cId="697139032" sldId="939"/>
            <ac:picMk id="5" creationId="{23C896C7-2514-B168-6342-427EB47F3E07}"/>
          </ac:picMkLst>
        </pc:picChg>
        <pc:picChg chg="del">
          <ac:chgData name="Fredrik Wessberg" userId="83d65519-bca1-4bcc-a7ac-4285c42ad474" providerId="ADAL" clId="{E048B588-C07C-4A06-8BD1-0BD0BE08D293}" dt="2026-02-09T13:27:03.741" v="21614" actId="478"/>
          <ac:picMkLst>
            <pc:docMk/>
            <pc:sldMk cId="697139032" sldId="939"/>
            <ac:picMk id="6" creationId="{84060A37-1877-DF5D-ACE8-082B1EA85053}"/>
          </ac:picMkLst>
        </pc:picChg>
      </pc:sldChg>
      <pc:sldChg chg="modSp add mod modAnim">
        <pc:chgData name="Fredrik Wessberg" userId="83d65519-bca1-4bcc-a7ac-4285c42ad474" providerId="ADAL" clId="{E048B588-C07C-4A06-8BD1-0BD0BE08D293}" dt="2026-02-09T14:59:12.478" v="22393"/>
        <pc:sldMkLst>
          <pc:docMk/>
          <pc:sldMk cId="1100698402" sldId="940"/>
        </pc:sldMkLst>
        <pc:spChg chg="mod">
          <ac:chgData name="Fredrik Wessberg" userId="83d65519-bca1-4bcc-a7ac-4285c42ad474" providerId="ADAL" clId="{E048B588-C07C-4A06-8BD1-0BD0BE08D293}" dt="2026-02-09T13:32:21.640" v="21917" actId="20577"/>
          <ac:spMkLst>
            <pc:docMk/>
            <pc:sldMk cId="1100698402" sldId="940"/>
            <ac:spMk id="2" creationId="{1D095699-A6EA-5737-0270-9CC8CCA96BB3}"/>
          </ac:spMkLst>
        </pc:spChg>
        <pc:spChg chg="mod">
          <ac:chgData name="Fredrik Wessberg" userId="83d65519-bca1-4bcc-a7ac-4285c42ad474" providerId="ADAL" clId="{E048B588-C07C-4A06-8BD1-0BD0BE08D293}" dt="2026-02-09T13:35:19.794" v="21943" actId="113"/>
          <ac:spMkLst>
            <pc:docMk/>
            <pc:sldMk cId="1100698402" sldId="940"/>
            <ac:spMk id="3" creationId="{E2E4433D-B4DE-0639-1065-779B83E5FC56}"/>
          </ac:spMkLst>
        </pc:spChg>
      </pc:sldChg>
      <pc:sldChg chg="addSp delSp modSp add mod modAnim">
        <pc:chgData name="Fredrik Wessberg" userId="83d65519-bca1-4bcc-a7ac-4285c42ad474" providerId="ADAL" clId="{E048B588-C07C-4A06-8BD1-0BD0BE08D293}" dt="2026-02-09T15:02:54.221" v="22399" actId="20577"/>
        <pc:sldMkLst>
          <pc:docMk/>
          <pc:sldMk cId="2982205829" sldId="941"/>
        </pc:sldMkLst>
        <pc:spChg chg="mod">
          <ac:chgData name="Fredrik Wessberg" userId="83d65519-bca1-4bcc-a7ac-4285c42ad474" providerId="ADAL" clId="{E048B588-C07C-4A06-8BD1-0BD0BE08D293}" dt="2026-02-09T13:36:38.074" v="21968" actId="14100"/>
          <ac:spMkLst>
            <pc:docMk/>
            <pc:sldMk cId="2982205829" sldId="941"/>
            <ac:spMk id="2" creationId="{CECA099A-0298-036B-396F-E6B4AA60D354}"/>
          </ac:spMkLst>
        </pc:spChg>
        <pc:spChg chg="mod">
          <ac:chgData name="Fredrik Wessberg" userId="83d65519-bca1-4bcc-a7ac-4285c42ad474" providerId="ADAL" clId="{E048B588-C07C-4A06-8BD1-0BD0BE08D293}" dt="2026-02-09T13:42:28.071" v="22122" actId="1076"/>
          <ac:spMkLst>
            <pc:docMk/>
            <pc:sldMk cId="2982205829" sldId="941"/>
            <ac:spMk id="3" creationId="{C4011E95-D95F-9CD4-9BDB-640FE9FAA9A9}"/>
          </ac:spMkLst>
        </pc:spChg>
        <pc:spChg chg="add mod ord">
          <ac:chgData name="Fredrik Wessberg" userId="83d65519-bca1-4bcc-a7ac-4285c42ad474" providerId="ADAL" clId="{E048B588-C07C-4A06-8BD1-0BD0BE08D293}" dt="2026-02-09T13:42:14.110" v="22117" actId="1035"/>
          <ac:spMkLst>
            <pc:docMk/>
            <pc:sldMk cId="2982205829" sldId="941"/>
            <ac:spMk id="6" creationId="{D2B9C54C-7695-5C09-BE7B-8F66A1DFACD1}"/>
          </ac:spMkLst>
        </pc:spChg>
        <pc:spChg chg="add mod">
          <ac:chgData name="Fredrik Wessberg" userId="83d65519-bca1-4bcc-a7ac-4285c42ad474" providerId="ADAL" clId="{E048B588-C07C-4A06-8BD1-0BD0BE08D293}" dt="2026-02-09T13:42:14.110" v="22117" actId="1035"/>
          <ac:spMkLst>
            <pc:docMk/>
            <pc:sldMk cId="2982205829" sldId="941"/>
            <ac:spMk id="9" creationId="{4AB6D933-E6FF-A143-9EA8-736CAD283F24}"/>
          </ac:spMkLst>
        </pc:spChg>
        <pc:spChg chg="add mod">
          <ac:chgData name="Fredrik Wessberg" userId="83d65519-bca1-4bcc-a7ac-4285c42ad474" providerId="ADAL" clId="{E048B588-C07C-4A06-8BD1-0BD0BE08D293}" dt="2026-02-09T15:02:54.221" v="22399" actId="20577"/>
          <ac:spMkLst>
            <pc:docMk/>
            <pc:sldMk cId="2982205829" sldId="941"/>
            <ac:spMk id="11" creationId="{EB5D3F8C-EFEC-1710-7799-68018D76F1F7}"/>
          </ac:spMkLst>
        </pc:spChg>
        <pc:picChg chg="del">
          <ac:chgData name="Fredrik Wessberg" userId="83d65519-bca1-4bcc-a7ac-4285c42ad474" providerId="ADAL" clId="{E048B588-C07C-4A06-8BD1-0BD0BE08D293}" dt="2026-02-09T13:36:39.158" v="21969" actId="478"/>
          <ac:picMkLst>
            <pc:docMk/>
            <pc:sldMk cId="2982205829" sldId="941"/>
            <ac:picMk id="5" creationId="{99AB6084-3369-CE40-E045-B227A23EC4A4}"/>
          </ac:picMkLst>
        </pc:picChg>
        <pc:cxnChg chg="add del mod ord">
          <ac:chgData name="Fredrik Wessberg" userId="83d65519-bca1-4bcc-a7ac-4285c42ad474" providerId="ADAL" clId="{E048B588-C07C-4A06-8BD1-0BD0BE08D293}" dt="2026-02-09T13:42:25.760" v="22121" actId="478"/>
          <ac:cxnSpMkLst>
            <pc:docMk/>
            <pc:sldMk cId="2982205829" sldId="941"/>
            <ac:cxnSpMk id="7" creationId="{E04B16BF-A75B-CAEF-4594-903611A37F43}"/>
          </ac:cxnSpMkLst>
        </pc:cxnChg>
        <pc:cxnChg chg="add del mod">
          <ac:chgData name="Fredrik Wessberg" userId="83d65519-bca1-4bcc-a7ac-4285c42ad474" providerId="ADAL" clId="{E048B588-C07C-4A06-8BD1-0BD0BE08D293}" dt="2026-02-09T13:42:23.007" v="22119" actId="478"/>
          <ac:cxnSpMkLst>
            <pc:docMk/>
            <pc:sldMk cId="2982205829" sldId="941"/>
            <ac:cxnSpMk id="10" creationId="{A72510B7-6ABF-3AA1-7604-E9C5A83586AE}"/>
          </ac:cxnSpMkLst>
        </pc:cxnChg>
      </pc:sldChg>
      <pc:sldChg chg="addSp delSp modSp add mod delAnim modAnim">
        <pc:chgData name="Fredrik Wessberg" userId="83d65519-bca1-4bcc-a7ac-4285c42ad474" providerId="ADAL" clId="{E048B588-C07C-4A06-8BD1-0BD0BE08D293}" dt="2026-02-09T16:52:26.772" v="22482" actId="14100"/>
        <pc:sldMkLst>
          <pc:docMk/>
          <pc:sldMk cId="3124023874" sldId="942"/>
        </pc:sldMkLst>
        <pc:spChg chg="mod">
          <ac:chgData name="Fredrik Wessberg" userId="83d65519-bca1-4bcc-a7ac-4285c42ad474" providerId="ADAL" clId="{E048B588-C07C-4A06-8BD1-0BD0BE08D293}" dt="2026-02-09T13:42:55.056" v="22132" actId="20577"/>
          <ac:spMkLst>
            <pc:docMk/>
            <pc:sldMk cId="3124023874" sldId="942"/>
            <ac:spMk id="2" creationId="{2E54D238-3017-FBEE-16A2-1D749AFE9CFF}"/>
          </ac:spMkLst>
        </pc:spChg>
        <pc:spChg chg="del">
          <ac:chgData name="Fredrik Wessberg" userId="83d65519-bca1-4bcc-a7ac-4285c42ad474" providerId="ADAL" clId="{E048B588-C07C-4A06-8BD1-0BD0BE08D293}" dt="2026-02-09T13:42:56.918" v="22133" actId="478"/>
          <ac:spMkLst>
            <pc:docMk/>
            <pc:sldMk cId="3124023874" sldId="942"/>
            <ac:spMk id="3" creationId="{E44224E5-A8C0-4765-1750-9A9C5216AC33}"/>
          </ac:spMkLst>
        </pc:spChg>
        <pc:spChg chg="add mod ord">
          <ac:chgData name="Fredrik Wessberg" userId="83d65519-bca1-4bcc-a7ac-4285c42ad474" providerId="ADAL" clId="{E048B588-C07C-4A06-8BD1-0BD0BE08D293}" dt="2026-02-09T15:18:46.193" v="22405" actId="207"/>
          <ac:spMkLst>
            <pc:docMk/>
            <pc:sldMk cId="3124023874" sldId="942"/>
            <ac:spMk id="7" creationId="{32C11DC7-0BC2-B5A8-AFDE-1467CB33F4AF}"/>
          </ac:spMkLst>
        </pc:spChg>
        <pc:spChg chg="add mod">
          <ac:chgData name="Fredrik Wessberg" userId="83d65519-bca1-4bcc-a7ac-4285c42ad474" providerId="ADAL" clId="{E048B588-C07C-4A06-8BD1-0BD0BE08D293}" dt="2026-02-09T13:46:20.312" v="22148" actId="1076"/>
          <ac:spMkLst>
            <pc:docMk/>
            <pc:sldMk cId="3124023874" sldId="942"/>
            <ac:spMk id="8" creationId="{20A10688-0568-2874-AA55-CF043310ABEB}"/>
          </ac:spMkLst>
        </pc:spChg>
        <pc:spChg chg="add mod">
          <ac:chgData name="Fredrik Wessberg" userId="83d65519-bca1-4bcc-a7ac-4285c42ad474" providerId="ADAL" clId="{E048B588-C07C-4A06-8BD1-0BD0BE08D293}" dt="2026-02-09T13:46:24.056" v="22150" actId="1076"/>
          <ac:spMkLst>
            <pc:docMk/>
            <pc:sldMk cId="3124023874" sldId="942"/>
            <ac:spMk id="9" creationId="{842F30A4-F3EE-B9A9-9A64-9243895EBB9C}"/>
          </ac:spMkLst>
        </pc:spChg>
        <pc:spChg chg="add mod">
          <ac:chgData name="Fredrik Wessberg" userId="83d65519-bca1-4bcc-a7ac-4285c42ad474" providerId="ADAL" clId="{E048B588-C07C-4A06-8BD1-0BD0BE08D293}" dt="2026-02-09T16:52:09.811" v="22450" actId="20577"/>
          <ac:spMkLst>
            <pc:docMk/>
            <pc:sldMk cId="3124023874" sldId="942"/>
            <ac:spMk id="10" creationId="{457F8987-9825-CBEA-B0E5-A1D03635CF82}"/>
          </ac:spMkLst>
        </pc:spChg>
        <pc:spChg chg="add mod">
          <ac:chgData name="Fredrik Wessberg" userId="83d65519-bca1-4bcc-a7ac-4285c42ad474" providerId="ADAL" clId="{E048B588-C07C-4A06-8BD1-0BD0BE08D293}" dt="2026-02-09T15:18:53.810" v="22406" actId="207"/>
          <ac:spMkLst>
            <pc:docMk/>
            <pc:sldMk cId="3124023874" sldId="942"/>
            <ac:spMk id="11" creationId="{3C1E5008-C031-32B9-7E29-BC805D267B74}"/>
          </ac:spMkLst>
        </pc:spChg>
        <pc:spChg chg="add mod">
          <ac:chgData name="Fredrik Wessberg" userId="83d65519-bca1-4bcc-a7ac-4285c42ad474" providerId="ADAL" clId="{E048B588-C07C-4A06-8BD1-0BD0BE08D293}" dt="2026-02-09T13:48:57.148" v="22239"/>
          <ac:spMkLst>
            <pc:docMk/>
            <pc:sldMk cId="3124023874" sldId="942"/>
            <ac:spMk id="13" creationId="{1F766DC7-5EC8-4F99-71A5-D56DF76D99F8}"/>
          </ac:spMkLst>
        </pc:spChg>
        <pc:spChg chg="add mod">
          <ac:chgData name="Fredrik Wessberg" userId="83d65519-bca1-4bcc-a7ac-4285c42ad474" providerId="ADAL" clId="{E048B588-C07C-4A06-8BD1-0BD0BE08D293}" dt="2026-02-09T13:48:57.148" v="22239"/>
          <ac:spMkLst>
            <pc:docMk/>
            <pc:sldMk cId="3124023874" sldId="942"/>
            <ac:spMk id="14" creationId="{72A18846-8BE8-FBB0-18B2-3DD29CCE9294}"/>
          </ac:spMkLst>
        </pc:spChg>
        <pc:spChg chg="add mod">
          <ac:chgData name="Fredrik Wessberg" userId="83d65519-bca1-4bcc-a7ac-4285c42ad474" providerId="ADAL" clId="{E048B588-C07C-4A06-8BD1-0BD0BE08D293}" dt="2026-02-09T16:52:26.772" v="22482" actId="14100"/>
          <ac:spMkLst>
            <pc:docMk/>
            <pc:sldMk cId="3124023874" sldId="942"/>
            <ac:spMk id="16" creationId="{458433A0-F77D-881C-8409-8FFCA937B4F7}"/>
          </ac:spMkLst>
        </pc:spChg>
        <pc:spChg chg="add mod">
          <ac:chgData name="Fredrik Wessberg" userId="83d65519-bca1-4bcc-a7ac-4285c42ad474" providerId="ADAL" clId="{E048B588-C07C-4A06-8BD1-0BD0BE08D293}" dt="2026-02-09T13:50:57.951" v="22297" actId="20577"/>
          <ac:spMkLst>
            <pc:docMk/>
            <pc:sldMk cId="3124023874" sldId="942"/>
            <ac:spMk id="17" creationId="{71D17E8B-DC3A-D770-20EB-F5E66BA634E8}"/>
          </ac:spMkLst>
        </pc:spChg>
        <pc:spChg chg="add mod">
          <ac:chgData name="Fredrik Wessberg" userId="83d65519-bca1-4bcc-a7ac-4285c42ad474" providerId="ADAL" clId="{E048B588-C07C-4A06-8BD1-0BD0BE08D293}" dt="2026-02-09T13:53:06.101" v="22383" actId="20577"/>
          <ac:spMkLst>
            <pc:docMk/>
            <pc:sldMk cId="3124023874" sldId="942"/>
            <ac:spMk id="19" creationId="{7E85ABC9-DE96-CDF8-1DAC-9208528CDFE4}"/>
          </ac:spMkLst>
        </pc:spChg>
        <pc:spChg chg="add mod">
          <ac:chgData name="Fredrik Wessberg" userId="83d65519-bca1-4bcc-a7ac-4285c42ad474" providerId="ADAL" clId="{E048B588-C07C-4A06-8BD1-0BD0BE08D293}" dt="2026-02-09T16:52:03.881" v="22430" actId="1035"/>
          <ac:spMkLst>
            <pc:docMk/>
            <pc:sldMk cId="3124023874" sldId="942"/>
            <ac:spMk id="21" creationId="{D3736E84-1766-B675-AC54-1F676DE65603}"/>
          </ac:spMkLst>
        </pc:spChg>
        <pc:picChg chg="del">
          <ac:chgData name="Fredrik Wessberg" userId="83d65519-bca1-4bcc-a7ac-4285c42ad474" providerId="ADAL" clId="{E048B588-C07C-4A06-8BD1-0BD0BE08D293}" dt="2026-02-09T13:42:57.462" v="22134" actId="478"/>
          <ac:picMkLst>
            <pc:docMk/>
            <pc:sldMk cId="3124023874" sldId="942"/>
            <ac:picMk id="5" creationId="{3432763B-6B3F-1942-7B85-051AF6ABE597}"/>
          </ac:picMkLst>
        </pc:picChg>
        <pc:picChg chg="add mod">
          <ac:chgData name="Fredrik Wessberg" userId="83d65519-bca1-4bcc-a7ac-4285c42ad474" providerId="ADAL" clId="{E048B588-C07C-4A06-8BD1-0BD0BE08D293}" dt="2026-02-09T13:49:00.999" v="22242" actId="1076"/>
          <ac:picMkLst>
            <pc:docMk/>
            <pc:sldMk cId="3124023874" sldId="942"/>
            <ac:picMk id="6" creationId="{7ECFEFD5-4D69-83E0-5751-5366187C2042}"/>
          </ac:picMkLst>
        </pc:picChg>
        <pc:picChg chg="add mod">
          <ac:chgData name="Fredrik Wessberg" userId="83d65519-bca1-4bcc-a7ac-4285c42ad474" providerId="ADAL" clId="{E048B588-C07C-4A06-8BD1-0BD0BE08D293}" dt="2026-02-09T13:48:57.148" v="22239"/>
          <ac:picMkLst>
            <pc:docMk/>
            <pc:sldMk cId="3124023874" sldId="942"/>
            <ac:picMk id="12" creationId="{319D0C00-6C23-F2A5-8D7F-AD8C97AF12B3}"/>
          </ac:picMkLst>
        </pc:picChg>
        <pc:picChg chg="add del mod">
          <ac:chgData name="Fredrik Wessberg" userId="83d65519-bca1-4bcc-a7ac-4285c42ad474" providerId="ADAL" clId="{E048B588-C07C-4A06-8BD1-0BD0BE08D293}" dt="2026-02-09T13:49:18.780" v="22246" actId="478"/>
          <ac:picMkLst>
            <pc:docMk/>
            <pc:sldMk cId="3124023874" sldId="942"/>
            <ac:picMk id="15" creationId="{17BCE900-AF5F-1ABB-2682-57F52C7B2CA6}"/>
          </ac:picMkLst>
        </pc:picChg>
        <pc:picChg chg="add mod">
          <ac:chgData name="Fredrik Wessberg" userId="83d65519-bca1-4bcc-a7ac-4285c42ad474" providerId="ADAL" clId="{E048B588-C07C-4A06-8BD1-0BD0BE08D293}" dt="2026-02-09T13:49:27.858" v="22247" actId="1076"/>
          <ac:picMkLst>
            <pc:docMk/>
            <pc:sldMk cId="3124023874" sldId="942"/>
            <ac:picMk id="18" creationId="{6859B463-9503-142C-E2CF-5FD71A53B3AF}"/>
          </ac:picMkLst>
        </pc:picChg>
        <pc:picChg chg="add mod">
          <ac:chgData name="Fredrik Wessberg" userId="83d65519-bca1-4bcc-a7ac-4285c42ad474" providerId="ADAL" clId="{E048B588-C07C-4A06-8BD1-0BD0BE08D293}" dt="2026-02-09T13:51:29.073" v="22301" actId="1076"/>
          <ac:picMkLst>
            <pc:docMk/>
            <pc:sldMk cId="3124023874" sldId="942"/>
            <ac:picMk id="20" creationId="{04DB63FC-33D9-7A81-779D-A04212921B8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E19C74-B546-4D15-A6E8-E5FEF7DA8827}" type="datetimeFigureOut">
              <a:rPr lang="sv-SE" smtClean="0"/>
              <a:t>2026-02-09</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852B31-B687-4D3A-B533-ACD40121780E}" type="slidenum">
              <a:rPr lang="sv-SE" smtClean="0"/>
              <a:t>‹#›</a:t>
            </a:fld>
            <a:endParaRPr lang="sv-SE"/>
          </a:p>
        </p:txBody>
      </p:sp>
    </p:spTree>
    <p:extLst>
      <p:ext uri="{BB962C8B-B14F-4D97-AF65-F5344CB8AC3E}">
        <p14:creationId xmlns:p14="http://schemas.microsoft.com/office/powerpoint/2010/main" val="27528324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526FB-8F8F-5FBF-5D15-CBC57AAF59CD}"/>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003873DF-167C-8E57-4F57-D0368EF8A7C2}"/>
              </a:ext>
            </a:extLst>
          </p:cNvPr>
          <p:cNvSpPr>
            <a:spLocks noGrp="1" noRot="1" noChangeAspect="1"/>
          </p:cNvSpPr>
          <p:nvPr>
            <p:ph type="sldImg"/>
          </p:nvPr>
        </p:nvSpPr>
        <p:spPr/>
      </p:sp>
      <p:sp>
        <p:nvSpPr>
          <p:cNvPr id="3" name="Platshållare för anteckningar 2">
            <a:extLst>
              <a:ext uri="{FF2B5EF4-FFF2-40B4-BE49-F238E27FC236}">
                <a16:creationId xmlns:a16="http://schemas.microsoft.com/office/drawing/2014/main" id="{268AE449-A29D-CD44-2CFB-28D63B869249}"/>
              </a:ext>
            </a:extLst>
          </p:cNvPr>
          <p:cNvSpPr>
            <a:spLocks noGrp="1"/>
          </p:cNvSpPr>
          <p:nvPr>
            <p:ph type="body" idx="1"/>
          </p:nvPr>
        </p:nvSpPr>
        <p:spPr/>
        <p:txBody>
          <a:bodyPr/>
          <a:lstStyle/>
          <a:p>
            <a:endParaRPr lang="sv-SE"/>
          </a:p>
        </p:txBody>
      </p:sp>
      <p:sp>
        <p:nvSpPr>
          <p:cNvPr id="4" name="Platshållare för bildnummer 3">
            <a:extLst>
              <a:ext uri="{FF2B5EF4-FFF2-40B4-BE49-F238E27FC236}">
                <a16:creationId xmlns:a16="http://schemas.microsoft.com/office/drawing/2014/main" id="{57278075-C278-D108-59AF-F3D214C6A8D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3852B31-B687-4D3A-B533-ACD40121780E}" type="slidenum">
              <a:rPr kumimoji="0" lang="sv-SE"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sv-S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221711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229F5-727B-6EE2-C843-1467DEE9A1D4}"/>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5296F439-2FB8-2640-D7B3-41B5533EEDAE}"/>
              </a:ext>
            </a:extLst>
          </p:cNvPr>
          <p:cNvSpPr>
            <a:spLocks noGrp="1" noRot="1" noChangeAspect="1"/>
          </p:cNvSpPr>
          <p:nvPr>
            <p:ph type="sldImg"/>
          </p:nvPr>
        </p:nvSpPr>
        <p:spPr/>
      </p:sp>
      <p:sp>
        <p:nvSpPr>
          <p:cNvPr id="3" name="Platshållare för anteckningar 2">
            <a:extLst>
              <a:ext uri="{FF2B5EF4-FFF2-40B4-BE49-F238E27FC236}">
                <a16:creationId xmlns:a16="http://schemas.microsoft.com/office/drawing/2014/main" id="{426FED11-934E-6879-3758-A9E5AA968848}"/>
              </a:ext>
            </a:extLst>
          </p:cNvPr>
          <p:cNvSpPr>
            <a:spLocks noGrp="1"/>
          </p:cNvSpPr>
          <p:nvPr>
            <p:ph type="body" idx="1"/>
          </p:nvPr>
        </p:nvSpPr>
        <p:spPr/>
        <p:txBody>
          <a:bodyPr/>
          <a:lstStyle/>
          <a:p>
            <a:endParaRPr lang="sv-SE"/>
          </a:p>
        </p:txBody>
      </p:sp>
      <p:sp>
        <p:nvSpPr>
          <p:cNvPr id="4" name="Platshållare för bildnummer 3">
            <a:extLst>
              <a:ext uri="{FF2B5EF4-FFF2-40B4-BE49-F238E27FC236}">
                <a16:creationId xmlns:a16="http://schemas.microsoft.com/office/drawing/2014/main" id="{EA340E7E-EF5A-4ABF-1D6F-EF32A9AE208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3852B31-B687-4D3A-B533-ACD40121780E}" type="slidenum">
              <a:rPr kumimoji="0" lang="sv-SE"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sv-S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817233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3DD97-C62B-63AD-7C06-307E837D8A15}"/>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693E42F2-0EB3-D0F2-E1B5-6724D03BB252}"/>
              </a:ext>
            </a:extLst>
          </p:cNvPr>
          <p:cNvSpPr>
            <a:spLocks noGrp="1" noRot="1" noChangeAspect="1"/>
          </p:cNvSpPr>
          <p:nvPr>
            <p:ph type="sldImg"/>
          </p:nvPr>
        </p:nvSpPr>
        <p:spPr/>
      </p:sp>
      <p:sp>
        <p:nvSpPr>
          <p:cNvPr id="3" name="Platshållare för anteckningar 2">
            <a:extLst>
              <a:ext uri="{FF2B5EF4-FFF2-40B4-BE49-F238E27FC236}">
                <a16:creationId xmlns:a16="http://schemas.microsoft.com/office/drawing/2014/main" id="{3F001170-F24B-FFE5-4A70-082C454DF936}"/>
              </a:ext>
            </a:extLst>
          </p:cNvPr>
          <p:cNvSpPr>
            <a:spLocks noGrp="1"/>
          </p:cNvSpPr>
          <p:nvPr>
            <p:ph type="body" idx="1"/>
          </p:nvPr>
        </p:nvSpPr>
        <p:spPr/>
        <p:txBody>
          <a:bodyPr/>
          <a:lstStyle/>
          <a:p>
            <a:endParaRPr lang="sv-SE"/>
          </a:p>
        </p:txBody>
      </p:sp>
      <p:sp>
        <p:nvSpPr>
          <p:cNvPr id="4" name="Platshållare för bildnummer 3">
            <a:extLst>
              <a:ext uri="{FF2B5EF4-FFF2-40B4-BE49-F238E27FC236}">
                <a16:creationId xmlns:a16="http://schemas.microsoft.com/office/drawing/2014/main" id="{C377ADE6-9465-9220-2B68-3353925B701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3852B31-B687-4D3A-B533-ACD40121780E}" type="slidenum">
              <a:rPr kumimoji="0" lang="sv-SE"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sv-S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33118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07C36-99D1-32D5-142F-1DC54206E3BC}"/>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D45707D2-E592-ABDD-6A55-8AD1913DD944}"/>
              </a:ext>
            </a:extLst>
          </p:cNvPr>
          <p:cNvSpPr>
            <a:spLocks noGrp="1" noRot="1" noChangeAspect="1"/>
          </p:cNvSpPr>
          <p:nvPr>
            <p:ph type="sldImg"/>
          </p:nvPr>
        </p:nvSpPr>
        <p:spPr/>
      </p:sp>
      <p:sp>
        <p:nvSpPr>
          <p:cNvPr id="3" name="Platshållare för anteckningar 2">
            <a:extLst>
              <a:ext uri="{FF2B5EF4-FFF2-40B4-BE49-F238E27FC236}">
                <a16:creationId xmlns:a16="http://schemas.microsoft.com/office/drawing/2014/main" id="{4E75BFF2-C71D-F77D-5A26-B2B194855CC7}"/>
              </a:ext>
            </a:extLst>
          </p:cNvPr>
          <p:cNvSpPr>
            <a:spLocks noGrp="1"/>
          </p:cNvSpPr>
          <p:nvPr>
            <p:ph type="body" idx="1"/>
          </p:nvPr>
        </p:nvSpPr>
        <p:spPr/>
        <p:txBody>
          <a:bodyPr/>
          <a:lstStyle/>
          <a:p>
            <a:endParaRPr lang="sv-SE"/>
          </a:p>
        </p:txBody>
      </p:sp>
      <p:sp>
        <p:nvSpPr>
          <p:cNvPr id="4" name="Platshållare för bildnummer 3">
            <a:extLst>
              <a:ext uri="{FF2B5EF4-FFF2-40B4-BE49-F238E27FC236}">
                <a16:creationId xmlns:a16="http://schemas.microsoft.com/office/drawing/2014/main" id="{79515FF1-72F2-30E6-1787-634A9D49744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3852B31-B687-4D3A-B533-ACD40121780E}" type="slidenum">
              <a:rPr kumimoji="0" lang="sv-SE"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sv-S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892026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6316D-C9B9-BA3D-A2C7-7613F63278D3}"/>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D357BC09-7C6A-A8D8-5875-AB2877D1CA6B}"/>
              </a:ext>
            </a:extLst>
          </p:cNvPr>
          <p:cNvSpPr>
            <a:spLocks noGrp="1" noRot="1" noChangeAspect="1"/>
          </p:cNvSpPr>
          <p:nvPr>
            <p:ph type="sldImg"/>
          </p:nvPr>
        </p:nvSpPr>
        <p:spPr/>
      </p:sp>
      <p:sp>
        <p:nvSpPr>
          <p:cNvPr id="3" name="Platshållare för anteckningar 2">
            <a:extLst>
              <a:ext uri="{FF2B5EF4-FFF2-40B4-BE49-F238E27FC236}">
                <a16:creationId xmlns:a16="http://schemas.microsoft.com/office/drawing/2014/main" id="{6F3E4B8B-88D2-5BFF-9CC7-846D94D41168}"/>
              </a:ext>
            </a:extLst>
          </p:cNvPr>
          <p:cNvSpPr>
            <a:spLocks noGrp="1"/>
          </p:cNvSpPr>
          <p:nvPr>
            <p:ph type="body" idx="1"/>
          </p:nvPr>
        </p:nvSpPr>
        <p:spPr/>
        <p:txBody>
          <a:bodyPr/>
          <a:lstStyle/>
          <a:p>
            <a:endParaRPr lang="sv-SE"/>
          </a:p>
        </p:txBody>
      </p:sp>
      <p:sp>
        <p:nvSpPr>
          <p:cNvPr id="4" name="Platshållare för bildnummer 3">
            <a:extLst>
              <a:ext uri="{FF2B5EF4-FFF2-40B4-BE49-F238E27FC236}">
                <a16:creationId xmlns:a16="http://schemas.microsoft.com/office/drawing/2014/main" id="{226C53B8-85A1-065F-9B14-DC5ABB10926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3852B31-B687-4D3A-B533-ACD40121780E}" type="slidenum">
              <a:rPr kumimoji="0" lang="sv-SE"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sv-S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342276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06606-7F74-8C44-A280-CF48BF2F4078}"/>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7941519E-ED8B-A90A-BF97-A72FCEDB3C13}"/>
              </a:ext>
            </a:extLst>
          </p:cNvPr>
          <p:cNvSpPr>
            <a:spLocks noGrp="1" noRot="1" noChangeAspect="1"/>
          </p:cNvSpPr>
          <p:nvPr>
            <p:ph type="sldImg"/>
          </p:nvPr>
        </p:nvSpPr>
        <p:spPr/>
      </p:sp>
      <p:sp>
        <p:nvSpPr>
          <p:cNvPr id="3" name="Platshållare för anteckningar 2">
            <a:extLst>
              <a:ext uri="{FF2B5EF4-FFF2-40B4-BE49-F238E27FC236}">
                <a16:creationId xmlns:a16="http://schemas.microsoft.com/office/drawing/2014/main" id="{BE8370D8-D71D-EC25-5F23-03FB931EA861}"/>
              </a:ext>
            </a:extLst>
          </p:cNvPr>
          <p:cNvSpPr>
            <a:spLocks noGrp="1"/>
          </p:cNvSpPr>
          <p:nvPr>
            <p:ph type="body" idx="1"/>
          </p:nvPr>
        </p:nvSpPr>
        <p:spPr/>
        <p:txBody>
          <a:bodyPr/>
          <a:lstStyle/>
          <a:p>
            <a:endParaRPr lang="sv-SE"/>
          </a:p>
        </p:txBody>
      </p:sp>
      <p:sp>
        <p:nvSpPr>
          <p:cNvPr id="4" name="Platshållare för bildnummer 3">
            <a:extLst>
              <a:ext uri="{FF2B5EF4-FFF2-40B4-BE49-F238E27FC236}">
                <a16:creationId xmlns:a16="http://schemas.microsoft.com/office/drawing/2014/main" id="{094FB8B6-FAC5-3C52-5B81-B869CD89162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3852B31-B687-4D3A-B533-ACD40121780E}" type="slidenum">
              <a:rPr kumimoji="0" lang="sv-SE"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sv-S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734564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24.xml"/><Relationship Id="rId7" Type="http://schemas.openxmlformats.org/officeDocument/2006/relationships/image" Target="../media/image1.emf"/><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oleObject" Target="../embeddings/oleObject2.bin"/><Relationship Id="rId5" Type="http://schemas.openxmlformats.org/officeDocument/2006/relationships/slideMaster" Target="../slideMasters/slideMaster2.xml"/><Relationship Id="rId4" Type="http://schemas.openxmlformats.org/officeDocument/2006/relationships/tags" Target="../tags/tag25.xml"/><Relationship Id="rId9" Type="http://schemas.microsoft.com/office/2007/relationships/hdphoto" Target="../media/hdphoto1.wdp"/></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tags" Target="../tags/tag28.xml"/><Relationship Id="rId7" Type="http://schemas.openxmlformats.org/officeDocument/2006/relationships/image" Target="../media/image1.emf"/><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oleObject" Target="../embeddings/oleObject3.bin"/><Relationship Id="rId5" Type="http://schemas.openxmlformats.org/officeDocument/2006/relationships/slideMaster" Target="../slideMasters/slideMaster2.xml"/><Relationship Id="rId10" Type="http://schemas.microsoft.com/office/2007/relationships/hdphoto" Target="../media/hdphoto1.wdp"/><Relationship Id="rId4" Type="http://schemas.openxmlformats.org/officeDocument/2006/relationships/tags" Target="../tags/tag29.xml"/><Relationship Id="rId9"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32.xml"/><Relationship Id="rId7" Type="http://schemas.openxmlformats.org/officeDocument/2006/relationships/tags" Target="../tags/tag36.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tags" Target="../tags/tag35.xml"/><Relationship Id="rId5" Type="http://schemas.openxmlformats.org/officeDocument/2006/relationships/tags" Target="../tags/tag34.xml"/><Relationship Id="rId10" Type="http://schemas.openxmlformats.org/officeDocument/2006/relationships/image" Target="../media/image4.emf"/><Relationship Id="rId4" Type="http://schemas.openxmlformats.org/officeDocument/2006/relationships/tags" Target="../tags/tag33.xml"/><Relationship Id="rId9" Type="http://schemas.openxmlformats.org/officeDocument/2006/relationships/oleObject" Target="../embeddings/oleObject4.bin"/></Relationships>
</file>

<file path=ppt/slideLayouts/_rels/slideLayout15.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tags" Target="../tags/tag39.xml"/><Relationship Id="rId7" Type="http://schemas.openxmlformats.org/officeDocument/2006/relationships/slideMaster" Target="../slideMasters/slideMaster2.xml"/><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tags" Target="../tags/tag42.xml"/><Relationship Id="rId5" Type="http://schemas.openxmlformats.org/officeDocument/2006/relationships/tags" Target="../tags/tag41.xml"/><Relationship Id="rId4" Type="http://schemas.openxmlformats.org/officeDocument/2006/relationships/tags" Target="../tags/tag40.xml"/><Relationship Id="rId9"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tags" Target="../tags/tag45.xml"/><Relationship Id="rId7" Type="http://schemas.openxmlformats.org/officeDocument/2006/relationships/slideMaster" Target="../slideMasters/slideMaster2.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 Id="rId9"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tags" Target="../tags/tag51.xml"/><Relationship Id="rId7" Type="http://schemas.openxmlformats.org/officeDocument/2006/relationships/slideMaster" Target="../slideMasters/slideMaster2.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tags" Target="../tags/tag54.xml"/><Relationship Id="rId5" Type="http://schemas.openxmlformats.org/officeDocument/2006/relationships/tags" Target="../tags/tag53.xml"/><Relationship Id="rId4" Type="http://schemas.openxmlformats.org/officeDocument/2006/relationships/tags" Target="../tags/tag52.xml"/><Relationship Id="rId9"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57.xml"/><Relationship Id="rId7" Type="http://schemas.openxmlformats.org/officeDocument/2006/relationships/tags" Target="../tags/tag61.xml"/><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tags" Target="../tags/tag60.xml"/><Relationship Id="rId5" Type="http://schemas.openxmlformats.org/officeDocument/2006/relationships/tags" Target="../tags/tag59.xml"/><Relationship Id="rId10" Type="http://schemas.openxmlformats.org/officeDocument/2006/relationships/image" Target="../media/image1.emf"/><Relationship Id="rId4" Type="http://schemas.openxmlformats.org/officeDocument/2006/relationships/tags" Target="../tags/tag58.xml"/><Relationship Id="rId9" Type="http://schemas.openxmlformats.org/officeDocument/2006/relationships/oleObject" Target="../embeddings/oleObject4.bin"/></Relationships>
</file>

<file path=ppt/slideLayouts/_rels/slideLayout19.xml.rels><?xml version="1.0" encoding="UTF-8" standalone="yes"?>
<Relationships xmlns="http://schemas.openxmlformats.org/package/2006/relationships"><Relationship Id="rId8" Type="http://schemas.openxmlformats.org/officeDocument/2006/relationships/tags" Target="../tags/tag69.xml"/><Relationship Id="rId13" Type="http://schemas.microsoft.com/office/2007/relationships/hdphoto" Target="../media/hdphoto1.wdp"/><Relationship Id="rId3" Type="http://schemas.openxmlformats.org/officeDocument/2006/relationships/tags" Target="../tags/tag64.xml"/><Relationship Id="rId7" Type="http://schemas.openxmlformats.org/officeDocument/2006/relationships/tags" Target="../tags/tag68.xml"/><Relationship Id="rId12" Type="http://schemas.openxmlformats.org/officeDocument/2006/relationships/image" Target="../media/image2.png"/><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tags" Target="../tags/tag67.xml"/><Relationship Id="rId11" Type="http://schemas.openxmlformats.org/officeDocument/2006/relationships/image" Target="../media/image4.emf"/><Relationship Id="rId5" Type="http://schemas.openxmlformats.org/officeDocument/2006/relationships/tags" Target="../tags/tag66.xml"/><Relationship Id="rId10" Type="http://schemas.openxmlformats.org/officeDocument/2006/relationships/oleObject" Target="../embeddings/oleObject5.bin"/><Relationship Id="rId4" Type="http://schemas.openxmlformats.org/officeDocument/2006/relationships/tags" Target="../tags/tag65.xml"/><Relationship Id="rId9"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8" Type="http://schemas.openxmlformats.org/officeDocument/2006/relationships/tags" Target="../tags/tag77.xml"/><Relationship Id="rId13" Type="http://schemas.microsoft.com/office/2007/relationships/hdphoto" Target="../media/hdphoto1.wdp"/><Relationship Id="rId3" Type="http://schemas.openxmlformats.org/officeDocument/2006/relationships/tags" Target="../tags/tag72.xml"/><Relationship Id="rId7" Type="http://schemas.openxmlformats.org/officeDocument/2006/relationships/tags" Target="../tags/tag76.xml"/><Relationship Id="rId12" Type="http://schemas.openxmlformats.org/officeDocument/2006/relationships/image" Target="../media/image2.png"/><Relationship Id="rId2" Type="http://schemas.openxmlformats.org/officeDocument/2006/relationships/tags" Target="../tags/tag71.xml"/><Relationship Id="rId1" Type="http://schemas.openxmlformats.org/officeDocument/2006/relationships/tags" Target="../tags/tag70.xml"/><Relationship Id="rId6" Type="http://schemas.openxmlformats.org/officeDocument/2006/relationships/tags" Target="../tags/tag75.xml"/><Relationship Id="rId11" Type="http://schemas.openxmlformats.org/officeDocument/2006/relationships/image" Target="../media/image4.emf"/><Relationship Id="rId5" Type="http://schemas.openxmlformats.org/officeDocument/2006/relationships/tags" Target="../tags/tag74.xml"/><Relationship Id="rId10" Type="http://schemas.openxmlformats.org/officeDocument/2006/relationships/oleObject" Target="../embeddings/oleObject6.bin"/><Relationship Id="rId4" Type="http://schemas.openxmlformats.org/officeDocument/2006/relationships/tags" Target="../tags/tag73.xml"/><Relationship Id="rId9"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8" Type="http://schemas.openxmlformats.org/officeDocument/2006/relationships/tags" Target="../tags/tag85.xml"/><Relationship Id="rId13" Type="http://schemas.microsoft.com/office/2007/relationships/hdphoto" Target="../media/hdphoto1.wdp"/><Relationship Id="rId3" Type="http://schemas.openxmlformats.org/officeDocument/2006/relationships/tags" Target="../tags/tag80.xml"/><Relationship Id="rId7" Type="http://schemas.openxmlformats.org/officeDocument/2006/relationships/tags" Target="../tags/tag84.xml"/><Relationship Id="rId12" Type="http://schemas.openxmlformats.org/officeDocument/2006/relationships/image" Target="../media/image2.png"/><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tags" Target="../tags/tag83.xml"/><Relationship Id="rId11" Type="http://schemas.openxmlformats.org/officeDocument/2006/relationships/image" Target="../media/image1.emf"/><Relationship Id="rId5" Type="http://schemas.openxmlformats.org/officeDocument/2006/relationships/tags" Target="../tags/tag82.xml"/><Relationship Id="rId10" Type="http://schemas.openxmlformats.org/officeDocument/2006/relationships/oleObject" Target="../embeddings/oleObject7.bin"/><Relationship Id="rId4" Type="http://schemas.openxmlformats.org/officeDocument/2006/relationships/tags" Target="../tags/tag81.xml"/><Relationship Id="rId9"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8" Type="http://schemas.openxmlformats.org/officeDocument/2006/relationships/tags" Target="../tags/tag93.xml"/><Relationship Id="rId13" Type="http://schemas.microsoft.com/office/2007/relationships/hdphoto" Target="../media/hdphoto1.wdp"/><Relationship Id="rId3" Type="http://schemas.openxmlformats.org/officeDocument/2006/relationships/tags" Target="../tags/tag88.xml"/><Relationship Id="rId7" Type="http://schemas.openxmlformats.org/officeDocument/2006/relationships/tags" Target="../tags/tag92.xml"/><Relationship Id="rId12" Type="http://schemas.openxmlformats.org/officeDocument/2006/relationships/image" Target="../media/image2.png"/><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tags" Target="../tags/tag91.xml"/><Relationship Id="rId11" Type="http://schemas.openxmlformats.org/officeDocument/2006/relationships/image" Target="../media/image4.emf"/><Relationship Id="rId5" Type="http://schemas.openxmlformats.org/officeDocument/2006/relationships/tags" Target="../tags/tag90.xml"/><Relationship Id="rId10" Type="http://schemas.openxmlformats.org/officeDocument/2006/relationships/oleObject" Target="../embeddings/oleObject8.bin"/><Relationship Id="rId4" Type="http://schemas.openxmlformats.org/officeDocument/2006/relationships/tags" Target="../tags/tag89.xml"/><Relationship Id="rId9"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8" Type="http://schemas.openxmlformats.org/officeDocument/2006/relationships/tags" Target="../tags/tag101.xml"/><Relationship Id="rId13" Type="http://schemas.microsoft.com/office/2007/relationships/hdphoto" Target="../media/hdphoto1.wdp"/><Relationship Id="rId3" Type="http://schemas.openxmlformats.org/officeDocument/2006/relationships/tags" Target="../tags/tag96.xml"/><Relationship Id="rId7" Type="http://schemas.openxmlformats.org/officeDocument/2006/relationships/tags" Target="../tags/tag100.xml"/><Relationship Id="rId12" Type="http://schemas.openxmlformats.org/officeDocument/2006/relationships/image" Target="../media/image2.png"/><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tags" Target="../tags/tag99.xml"/><Relationship Id="rId11" Type="http://schemas.openxmlformats.org/officeDocument/2006/relationships/image" Target="../media/image1.emf"/><Relationship Id="rId5" Type="http://schemas.openxmlformats.org/officeDocument/2006/relationships/tags" Target="../tags/tag98.xml"/><Relationship Id="rId10" Type="http://schemas.openxmlformats.org/officeDocument/2006/relationships/oleObject" Target="../embeddings/oleObject9.bin"/><Relationship Id="rId4" Type="http://schemas.openxmlformats.org/officeDocument/2006/relationships/tags" Target="../tags/tag97.xml"/><Relationship Id="rId9"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8" Type="http://schemas.openxmlformats.org/officeDocument/2006/relationships/tags" Target="../tags/tag109.xml"/><Relationship Id="rId3" Type="http://schemas.openxmlformats.org/officeDocument/2006/relationships/tags" Target="../tags/tag104.xml"/><Relationship Id="rId7" Type="http://schemas.openxmlformats.org/officeDocument/2006/relationships/tags" Target="../tags/tag108.xml"/><Relationship Id="rId12" Type="http://schemas.openxmlformats.org/officeDocument/2006/relationships/image" Target="../media/image5.png"/><Relationship Id="rId2" Type="http://schemas.openxmlformats.org/officeDocument/2006/relationships/tags" Target="../tags/tag103.xml"/><Relationship Id="rId1" Type="http://schemas.openxmlformats.org/officeDocument/2006/relationships/tags" Target="../tags/tag102.xml"/><Relationship Id="rId6" Type="http://schemas.openxmlformats.org/officeDocument/2006/relationships/tags" Target="../tags/tag107.xml"/><Relationship Id="rId11" Type="http://schemas.openxmlformats.org/officeDocument/2006/relationships/image" Target="../media/image1.emf"/><Relationship Id="rId5" Type="http://schemas.openxmlformats.org/officeDocument/2006/relationships/tags" Target="../tags/tag106.xml"/><Relationship Id="rId10" Type="http://schemas.openxmlformats.org/officeDocument/2006/relationships/oleObject" Target="../embeddings/oleObject10.bin"/><Relationship Id="rId4" Type="http://schemas.openxmlformats.org/officeDocument/2006/relationships/tags" Target="../tags/tag105.xml"/><Relationship Id="rId9"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8" Type="http://schemas.openxmlformats.org/officeDocument/2006/relationships/tags" Target="../tags/tag117.xml"/><Relationship Id="rId3" Type="http://schemas.openxmlformats.org/officeDocument/2006/relationships/tags" Target="../tags/tag112.xml"/><Relationship Id="rId7" Type="http://schemas.openxmlformats.org/officeDocument/2006/relationships/tags" Target="../tags/tag116.xml"/><Relationship Id="rId12" Type="http://schemas.openxmlformats.org/officeDocument/2006/relationships/image" Target="../media/image5.png"/><Relationship Id="rId2" Type="http://schemas.openxmlformats.org/officeDocument/2006/relationships/tags" Target="../tags/tag111.xml"/><Relationship Id="rId1" Type="http://schemas.openxmlformats.org/officeDocument/2006/relationships/tags" Target="../tags/tag110.xml"/><Relationship Id="rId6" Type="http://schemas.openxmlformats.org/officeDocument/2006/relationships/tags" Target="../tags/tag115.xml"/><Relationship Id="rId11" Type="http://schemas.openxmlformats.org/officeDocument/2006/relationships/image" Target="../media/image4.emf"/><Relationship Id="rId5" Type="http://schemas.openxmlformats.org/officeDocument/2006/relationships/tags" Target="../tags/tag114.xml"/><Relationship Id="rId10" Type="http://schemas.openxmlformats.org/officeDocument/2006/relationships/oleObject" Target="../embeddings/oleObject11.bin"/><Relationship Id="rId4" Type="http://schemas.openxmlformats.org/officeDocument/2006/relationships/tags" Target="../tags/tag113.xml"/><Relationship Id="rId9"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8" Type="http://schemas.openxmlformats.org/officeDocument/2006/relationships/tags" Target="../tags/tag125.xml"/><Relationship Id="rId3" Type="http://schemas.openxmlformats.org/officeDocument/2006/relationships/tags" Target="../tags/tag120.xml"/><Relationship Id="rId7" Type="http://schemas.openxmlformats.org/officeDocument/2006/relationships/tags" Target="../tags/tag124.xml"/><Relationship Id="rId12" Type="http://schemas.openxmlformats.org/officeDocument/2006/relationships/image" Target="../media/image5.png"/><Relationship Id="rId2" Type="http://schemas.openxmlformats.org/officeDocument/2006/relationships/tags" Target="../tags/tag119.xml"/><Relationship Id="rId1" Type="http://schemas.openxmlformats.org/officeDocument/2006/relationships/tags" Target="../tags/tag118.xml"/><Relationship Id="rId6" Type="http://schemas.openxmlformats.org/officeDocument/2006/relationships/tags" Target="../tags/tag123.xml"/><Relationship Id="rId11" Type="http://schemas.openxmlformats.org/officeDocument/2006/relationships/image" Target="../media/image1.emf"/><Relationship Id="rId5" Type="http://schemas.openxmlformats.org/officeDocument/2006/relationships/tags" Target="../tags/tag122.xml"/><Relationship Id="rId10" Type="http://schemas.openxmlformats.org/officeDocument/2006/relationships/oleObject" Target="../embeddings/oleObject12.bin"/><Relationship Id="rId4" Type="http://schemas.openxmlformats.org/officeDocument/2006/relationships/tags" Target="../tags/tag121.xml"/><Relationship Id="rId9"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tags" Target="../tags/tag128.xml"/><Relationship Id="rId7" Type="http://schemas.openxmlformats.org/officeDocument/2006/relationships/slideMaster" Target="../slideMasters/slideMaster2.xml"/><Relationship Id="rId2" Type="http://schemas.openxmlformats.org/officeDocument/2006/relationships/tags" Target="../tags/tag127.xml"/><Relationship Id="rId1" Type="http://schemas.openxmlformats.org/officeDocument/2006/relationships/tags" Target="../tags/tag126.xml"/><Relationship Id="rId6" Type="http://schemas.openxmlformats.org/officeDocument/2006/relationships/tags" Target="../tags/tag131.xml"/><Relationship Id="rId11" Type="http://schemas.microsoft.com/office/2007/relationships/hdphoto" Target="../media/hdphoto1.wdp"/><Relationship Id="rId5" Type="http://schemas.openxmlformats.org/officeDocument/2006/relationships/tags" Target="../tags/tag130.xml"/><Relationship Id="rId10" Type="http://schemas.openxmlformats.org/officeDocument/2006/relationships/image" Target="../media/image2.png"/><Relationship Id="rId4" Type="http://schemas.openxmlformats.org/officeDocument/2006/relationships/tags" Target="../tags/tag129.xml"/><Relationship Id="rId9" Type="http://schemas.openxmlformats.org/officeDocument/2006/relationships/image" Target="../media/image1.emf"/></Relationships>
</file>

<file path=ppt/slideLayouts/_rels/slideLayout28.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134.xml"/><Relationship Id="rId7" Type="http://schemas.openxmlformats.org/officeDocument/2006/relationships/image" Target="../media/image1.emf"/><Relationship Id="rId2" Type="http://schemas.openxmlformats.org/officeDocument/2006/relationships/tags" Target="../tags/tag133.xml"/><Relationship Id="rId1" Type="http://schemas.openxmlformats.org/officeDocument/2006/relationships/tags" Target="../tags/tag132.xml"/><Relationship Id="rId6" Type="http://schemas.openxmlformats.org/officeDocument/2006/relationships/oleObject" Target="../embeddings/oleObject14.bin"/><Relationship Id="rId5" Type="http://schemas.openxmlformats.org/officeDocument/2006/relationships/slideMaster" Target="../slideMasters/slideMaster2.xml"/><Relationship Id="rId4" Type="http://schemas.openxmlformats.org/officeDocument/2006/relationships/tags" Target="../tags/tag135.xml"/><Relationship Id="rId9" Type="http://schemas.microsoft.com/office/2007/relationships/hdphoto" Target="../media/hdphoto1.wdp"/></Relationships>
</file>

<file path=ppt/slideLayouts/_rels/slideLayout29.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microsoft.com/office/2007/relationships/hdphoto" Target="../media/hdphoto1.wdp"/><Relationship Id="rId2" Type="http://schemas.openxmlformats.org/officeDocument/2006/relationships/tags" Target="../tags/tag137.xml"/><Relationship Id="rId1" Type="http://schemas.openxmlformats.org/officeDocument/2006/relationships/tags" Target="../tags/tag136.x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15.bin"/></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Rubrikbi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B5405B3C-BBBC-5403-F88E-E8145AFB7485}"/>
              </a:ext>
            </a:extLst>
          </p:cNvPr>
          <p:cNvSpPr>
            <a:spLocks noGrp="1"/>
          </p:cNvSpPr>
          <p:nvPr>
            <p:ph type="ctrTitle"/>
          </p:nvPr>
        </p:nvSpPr>
        <p:spPr>
          <a:xfrm>
            <a:off x="1524000" y="1122363"/>
            <a:ext cx="9144000" cy="2387600"/>
          </a:xfrm>
        </p:spPr>
        <p:txBody>
          <a:bodyPr anchor="b"/>
          <a:lstStyle>
            <a:lvl1pPr algn="ctr">
              <a:defRPr sz="6000"/>
            </a:lvl1pPr>
          </a:lstStyle>
          <a:p>
            <a:r>
              <a:rPr lang="sv-SE"/>
              <a:t>Klicka här för att ändra mall för rubrikformat</a:t>
            </a:r>
          </a:p>
        </p:txBody>
      </p:sp>
      <p:sp>
        <p:nvSpPr>
          <p:cNvPr id="3" name="Underrubrik 2">
            <a:extLst>
              <a:ext uri="{FF2B5EF4-FFF2-40B4-BE49-F238E27FC236}">
                <a16:creationId xmlns:a16="http://schemas.microsoft.com/office/drawing/2014/main" id="{F780521E-FBA4-D54E-AEBE-0BC237AE28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a:t>Klicka här för att ändra mall för underrubrikformat</a:t>
            </a:r>
          </a:p>
        </p:txBody>
      </p:sp>
      <p:sp>
        <p:nvSpPr>
          <p:cNvPr id="4" name="Platshållare för datum 3">
            <a:extLst>
              <a:ext uri="{FF2B5EF4-FFF2-40B4-BE49-F238E27FC236}">
                <a16:creationId xmlns:a16="http://schemas.microsoft.com/office/drawing/2014/main" id="{59D061FD-0CDC-489B-6415-F5FAA91983A4}"/>
              </a:ext>
            </a:extLst>
          </p:cNvPr>
          <p:cNvSpPr>
            <a:spLocks noGrp="1"/>
          </p:cNvSpPr>
          <p:nvPr>
            <p:ph type="dt" sz="half" idx="10"/>
          </p:nvPr>
        </p:nvSpPr>
        <p:spPr/>
        <p:txBody>
          <a:bodyPr/>
          <a:lstStyle/>
          <a:p>
            <a:fld id="{F21C48A8-A147-4B97-BC01-88144DFF7C6A}" type="datetimeFigureOut">
              <a:rPr lang="sv-SE" smtClean="0"/>
              <a:t>2026-02-09</a:t>
            </a:fld>
            <a:endParaRPr lang="sv-SE"/>
          </a:p>
        </p:txBody>
      </p:sp>
      <p:sp>
        <p:nvSpPr>
          <p:cNvPr id="5" name="Platshållare för sidfot 4">
            <a:extLst>
              <a:ext uri="{FF2B5EF4-FFF2-40B4-BE49-F238E27FC236}">
                <a16:creationId xmlns:a16="http://schemas.microsoft.com/office/drawing/2014/main" id="{0E3DA5D9-C592-D01C-7079-604E368FAB2B}"/>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99E8829D-1423-865B-9A99-B30A58407B04}"/>
              </a:ext>
            </a:extLst>
          </p:cNvPr>
          <p:cNvSpPr>
            <a:spLocks noGrp="1"/>
          </p:cNvSpPr>
          <p:nvPr>
            <p:ph type="sldNum" sz="quarter" idx="12"/>
          </p:nvPr>
        </p:nvSpPr>
        <p:spPr/>
        <p:txBody>
          <a:bodyPr/>
          <a:lstStyle/>
          <a:p>
            <a:fld id="{B4F60C74-D745-4079-83F8-829A30D8E438}" type="slidenum">
              <a:rPr lang="sv-SE" smtClean="0"/>
              <a:t>‹#›</a:t>
            </a:fld>
            <a:endParaRPr lang="sv-SE"/>
          </a:p>
        </p:txBody>
      </p:sp>
    </p:spTree>
    <p:extLst>
      <p:ext uri="{BB962C8B-B14F-4D97-AF65-F5344CB8AC3E}">
        <p14:creationId xmlns:p14="http://schemas.microsoft.com/office/powerpoint/2010/main" val="34828602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Rubrik och innehåll">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96D18792-55D4-59BA-4439-30B10D87902E}"/>
              </a:ext>
            </a:extLst>
          </p:cNvPr>
          <p:cNvSpPr>
            <a:spLocks noGrp="1"/>
          </p:cNvSpPr>
          <p:nvPr>
            <p:ph type="title"/>
          </p:nvPr>
        </p:nvSpPr>
        <p:spPr/>
        <p:txBody>
          <a:bodyPr/>
          <a:lstStyle/>
          <a:p>
            <a:r>
              <a:rPr lang="sv-SE"/>
              <a:t>Klicka här för att ändra mall för rubrikformat</a:t>
            </a:r>
          </a:p>
        </p:txBody>
      </p:sp>
      <p:sp>
        <p:nvSpPr>
          <p:cNvPr id="3" name="Platshållare för innehåll 2">
            <a:extLst>
              <a:ext uri="{FF2B5EF4-FFF2-40B4-BE49-F238E27FC236}">
                <a16:creationId xmlns:a16="http://schemas.microsoft.com/office/drawing/2014/main" id="{E0A7BD8C-50AF-8BA4-B4C1-29D9C3F549AA}"/>
              </a:ext>
            </a:extLst>
          </p:cNvPr>
          <p:cNvSpPr>
            <a:spLocks noGrp="1"/>
          </p:cNvSpPr>
          <p:nvPr>
            <p:ph idx="1"/>
          </p:nvPr>
        </p:nvSpPr>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C8B51D1A-AF97-3F6E-CBF0-C089273DB073}"/>
              </a:ext>
            </a:extLst>
          </p:cNvPr>
          <p:cNvSpPr>
            <a:spLocks noGrp="1"/>
          </p:cNvSpPr>
          <p:nvPr>
            <p:ph type="dt" sz="half" idx="10"/>
          </p:nvPr>
        </p:nvSpPr>
        <p:spPr/>
        <p:txBody>
          <a:bodyPr/>
          <a:lstStyle/>
          <a:p>
            <a:fld id="{F21C48A8-A147-4B97-BC01-88144DFF7C6A}" type="datetimeFigureOut">
              <a:rPr lang="sv-SE" smtClean="0"/>
              <a:t>2026-02-09</a:t>
            </a:fld>
            <a:endParaRPr lang="sv-SE"/>
          </a:p>
        </p:txBody>
      </p:sp>
      <p:sp>
        <p:nvSpPr>
          <p:cNvPr id="5" name="Platshållare för sidfot 4">
            <a:extLst>
              <a:ext uri="{FF2B5EF4-FFF2-40B4-BE49-F238E27FC236}">
                <a16:creationId xmlns:a16="http://schemas.microsoft.com/office/drawing/2014/main" id="{3C6A48C2-D3D3-D579-D291-F1E56A29B0B9}"/>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13845551-E994-BB38-FAD9-691A11EA21A5}"/>
              </a:ext>
            </a:extLst>
          </p:cNvPr>
          <p:cNvSpPr>
            <a:spLocks noGrp="1"/>
          </p:cNvSpPr>
          <p:nvPr>
            <p:ph type="sldNum" sz="quarter" idx="12"/>
          </p:nvPr>
        </p:nvSpPr>
        <p:spPr/>
        <p:txBody>
          <a:bodyPr/>
          <a:lstStyle/>
          <a:p>
            <a:fld id="{B4F60C74-D745-4079-83F8-829A30D8E438}" type="slidenum">
              <a:rPr lang="sv-SE" smtClean="0"/>
              <a:t>‹#›</a:t>
            </a:fld>
            <a:endParaRPr lang="sv-SE"/>
          </a:p>
        </p:txBody>
      </p:sp>
    </p:spTree>
    <p:extLst>
      <p:ext uri="{BB962C8B-B14F-4D97-AF65-F5344CB8AC3E}">
        <p14:creationId xmlns:p14="http://schemas.microsoft.com/office/powerpoint/2010/main" val="35991867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vsnittsrubrik">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15CFE8F5-6C0E-1031-D502-29002858A649}"/>
              </a:ext>
            </a:extLst>
          </p:cNvPr>
          <p:cNvSpPr>
            <a:spLocks noGrp="1"/>
          </p:cNvSpPr>
          <p:nvPr>
            <p:ph type="title"/>
          </p:nvPr>
        </p:nvSpPr>
        <p:spPr>
          <a:xfrm>
            <a:off x="831850" y="1709738"/>
            <a:ext cx="10515600" cy="2852737"/>
          </a:xfrm>
        </p:spPr>
        <p:txBody>
          <a:bodyPr anchor="b"/>
          <a:lstStyle>
            <a:lvl1pPr>
              <a:defRPr sz="6000"/>
            </a:lvl1pPr>
          </a:lstStyle>
          <a:p>
            <a:r>
              <a:rPr lang="sv-SE"/>
              <a:t>Klicka här för att ändra mall för rubrikformat</a:t>
            </a:r>
          </a:p>
        </p:txBody>
      </p:sp>
      <p:sp>
        <p:nvSpPr>
          <p:cNvPr id="3" name="Platshållare för text 2">
            <a:extLst>
              <a:ext uri="{FF2B5EF4-FFF2-40B4-BE49-F238E27FC236}">
                <a16:creationId xmlns:a16="http://schemas.microsoft.com/office/drawing/2014/main" id="{5D0E632D-DC92-BAF9-DB28-42641EDDB29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sv-SE"/>
              <a:t>Klicka här för att ändra format på bakgrundstexten</a:t>
            </a:r>
          </a:p>
        </p:txBody>
      </p:sp>
      <p:sp>
        <p:nvSpPr>
          <p:cNvPr id="4" name="Platshållare för datum 3">
            <a:extLst>
              <a:ext uri="{FF2B5EF4-FFF2-40B4-BE49-F238E27FC236}">
                <a16:creationId xmlns:a16="http://schemas.microsoft.com/office/drawing/2014/main" id="{BC77AF23-08C3-CE24-3B9A-D9FCF1EDD304}"/>
              </a:ext>
            </a:extLst>
          </p:cNvPr>
          <p:cNvSpPr>
            <a:spLocks noGrp="1"/>
          </p:cNvSpPr>
          <p:nvPr>
            <p:ph type="dt" sz="half" idx="10"/>
          </p:nvPr>
        </p:nvSpPr>
        <p:spPr/>
        <p:txBody>
          <a:bodyPr/>
          <a:lstStyle/>
          <a:p>
            <a:fld id="{F21C48A8-A147-4B97-BC01-88144DFF7C6A}" type="datetimeFigureOut">
              <a:rPr lang="sv-SE" smtClean="0"/>
              <a:t>2026-02-09</a:t>
            </a:fld>
            <a:endParaRPr lang="sv-SE"/>
          </a:p>
        </p:txBody>
      </p:sp>
      <p:sp>
        <p:nvSpPr>
          <p:cNvPr id="5" name="Platshållare för sidfot 4">
            <a:extLst>
              <a:ext uri="{FF2B5EF4-FFF2-40B4-BE49-F238E27FC236}">
                <a16:creationId xmlns:a16="http://schemas.microsoft.com/office/drawing/2014/main" id="{F2D27254-B05D-10B5-1158-B84E23D832D9}"/>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D2BBEB1B-289F-78A8-7624-9B8F1B7726C9}"/>
              </a:ext>
            </a:extLst>
          </p:cNvPr>
          <p:cNvSpPr>
            <a:spLocks noGrp="1"/>
          </p:cNvSpPr>
          <p:nvPr>
            <p:ph type="sldNum" sz="quarter" idx="12"/>
          </p:nvPr>
        </p:nvSpPr>
        <p:spPr/>
        <p:txBody>
          <a:bodyPr/>
          <a:lstStyle/>
          <a:p>
            <a:fld id="{B4F60C74-D745-4079-83F8-829A30D8E438}" type="slidenum">
              <a:rPr lang="sv-SE" smtClean="0"/>
              <a:t>‹#›</a:t>
            </a:fld>
            <a:endParaRPr lang="sv-SE"/>
          </a:p>
        </p:txBody>
      </p:sp>
    </p:spTree>
    <p:extLst>
      <p:ext uri="{BB962C8B-B14F-4D97-AF65-F5344CB8AC3E}">
        <p14:creationId xmlns:p14="http://schemas.microsoft.com/office/powerpoint/2010/main" val="32627706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vå delar">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CD31F0E6-36DD-FA0E-ACBA-1656E77A674F}"/>
              </a:ext>
            </a:extLst>
          </p:cNvPr>
          <p:cNvSpPr>
            <a:spLocks noGrp="1"/>
          </p:cNvSpPr>
          <p:nvPr>
            <p:ph type="title"/>
          </p:nvPr>
        </p:nvSpPr>
        <p:spPr/>
        <p:txBody>
          <a:bodyPr/>
          <a:lstStyle/>
          <a:p>
            <a:r>
              <a:rPr lang="sv-SE"/>
              <a:t>Klicka här för att ändra mall för rubrikformat</a:t>
            </a:r>
          </a:p>
        </p:txBody>
      </p:sp>
      <p:sp>
        <p:nvSpPr>
          <p:cNvPr id="3" name="Platshållare för innehåll 2">
            <a:extLst>
              <a:ext uri="{FF2B5EF4-FFF2-40B4-BE49-F238E27FC236}">
                <a16:creationId xmlns:a16="http://schemas.microsoft.com/office/drawing/2014/main" id="{6EE94657-3843-1D4A-9CB0-DC6836F2A7B4}"/>
              </a:ext>
            </a:extLst>
          </p:cNvPr>
          <p:cNvSpPr>
            <a:spLocks noGrp="1"/>
          </p:cNvSpPr>
          <p:nvPr>
            <p:ph sz="half" idx="1"/>
          </p:nvPr>
        </p:nvSpPr>
        <p:spPr>
          <a:xfrm>
            <a:off x="838200" y="1825625"/>
            <a:ext cx="5181600" cy="435133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innehåll 3">
            <a:extLst>
              <a:ext uri="{FF2B5EF4-FFF2-40B4-BE49-F238E27FC236}">
                <a16:creationId xmlns:a16="http://schemas.microsoft.com/office/drawing/2014/main" id="{1E01FFE3-70B8-59F8-A2CC-F2697A007018}"/>
              </a:ext>
            </a:extLst>
          </p:cNvPr>
          <p:cNvSpPr>
            <a:spLocks noGrp="1"/>
          </p:cNvSpPr>
          <p:nvPr>
            <p:ph sz="half" idx="2"/>
          </p:nvPr>
        </p:nvSpPr>
        <p:spPr>
          <a:xfrm>
            <a:off x="6172200" y="1825625"/>
            <a:ext cx="5181600" cy="435133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5" name="Platshållare för datum 4">
            <a:extLst>
              <a:ext uri="{FF2B5EF4-FFF2-40B4-BE49-F238E27FC236}">
                <a16:creationId xmlns:a16="http://schemas.microsoft.com/office/drawing/2014/main" id="{71DBA5DD-BD1E-693E-6EC6-AABC17138C21}"/>
              </a:ext>
            </a:extLst>
          </p:cNvPr>
          <p:cNvSpPr>
            <a:spLocks noGrp="1"/>
          </p:cNvSpPr>
          <p:nvPr>
            <p:ph type="dt" sz="half" idx="10"/>
          </p:nvPr>
        </p:nvSpPr>
        <p:spPr/>
        <p:txBody>
          <a:bodyPr/>
          <a:lstStyle/>
          <a:p>
            <a:fld id="{F21C48A8-A147-4B97-BC01-88144DFF7C6A}" type="datetimeFigureOut">
              <a:rPr lang="sv-SE" smtClean="0"/>
              <a:t>2026-02-09</a:t>
            </a:fld>
            <a:endParaRPr lang="sv-SE"/>
          </a:p>
        </p:txBody>
      </p:sp>
      <p:sp>
        <p:nvSpPr>
          <p:cNvPr id="6" name="Platshållare för sidfot 5">
            <a:extLst>
              <a:ext uri="{FF2B5EF4-FFF2-40B4-BE49-F238E27FC236}">
                <a16:creationId xmlns:a16="http://schemas.microsoft.com/office/drawing/2014/main" id="{C52DF164-F48F-FA6C-5FB5-A382B8998E6D}"/>
              </a:ext>
            </a:extLst>
          </p:cNvPr>
          <p:cNvSpPr>
            <a:spLocks noGrp="1"/>
          </p:cNvSpPr>
          <p:nvPr>
            <p:ph type="ftr" sz="quarter" idx="11"/>
          </p:nvPr>
        </p:nvSpPr>
        <p:spPr/>
        <p:txBody>
          <a:bodyPr/>
          <a:lstStyle/>
          <a:p>
            <a:endParaRPr lang="sv-SE"/>
          </a:p>
        </p:txBody>
      </p:sp>
      <p:sp>
        <p:nvSpPr>
          <p:cNvPr id="7" name="Platshållare för bildnummer 6">
            <a:extLst>
              <a:ext uri="{FF2B5EF4-FFF2-40B4-BE49-F238E27FC236}">
                <a16:creationId xmlns:a16="http://schemas.microsoft.com/office/drawing/2014/main" id="{55AD40C2-B313-5469-1457-9DE300FD8D8B}"/>
              </a:ext>
            </a:extLst>
          </p:cNvPr>
          <p:cNvSpPr>
            <a:spLocks noGrp="1"/>
          </p:cNvSpPr>
          <p:nvPr>
            <p:ph type="sldNum" sz="quarter" idx="12"/>
          </p:nvPr>
        </p:nvSpPr>
        <p:spPr/>
        <p:txBody>
          <a:bodyPr/>
          <a:lstStyle/>
          <a:p>
            <a:fld id="{B4F60C74-D745-4079-83F8-829A30D8E438}" type="slidenum">
              <a:rPr lang="sv-SE" smtClean="0"/>
              <a:t>‹#›</a:t>
            </a:fld>
            <a:endParaRPr lang="sv-SE"/>
          </a:p>
        </p:txBody>
      </p:sp>
    </p:spTree>
    <p:extLst>
      <p:ext uri="{BB962C8B-B14F-4D97-AF65-F5344CB8AC3E}">
        <p14:creationId xmlns:p14="http://schemas.microsoft.com/office/powerpoint/2010/main" val="24784314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Jämförels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04AD34E-7E69-2A24-A960-569F5246B0BD}"/>
              </a:ext>
            </a:extLst>
          </p:cNvPr>
          <p:cNvSpPr>
            <a:spLocks noGrp="1"/>
          </p:cNvSpPr>
          <p:nvPr>
            <p:ph type="title"/>
          </p:nvPr>
        </p:nvSpPr>
        <p:spPr>
          <a:xfrm>
            <a:off x="839788" y="365125"/>
            <a:ext cx="10515600" cy="1325563"/>
          </a:xfrm>
        </p:spPr>
        <p:txBody>
          <a:bodyPr/>
          <a:lstStyle/>
          <a:p>
            <a:r>
              <a:rPr lang="sv-SE"/>
              <a:t>Klicka här för att ändra mall för rubrikformat</a:t>
            </a:r>
          </a:p>
        </p:txBody>
      </p:sp>
      <p:sp>
        <p:nvSpPr>
          <p:cNvPr id="3" name="Platshållare för text 2">
            <a:extLst>
              <a:ext uri="{FF2B5EF4-FFF2-40B4-BE49-F238E27FC236}">
                <a16:creationId xmlns:a16="http://schemas.microsoft.com/office/drawing/2014/main" id="{6190F585-20BF-E61C-044A-B89F8B09593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4" name="Platshållare för innehåll 3">
            <a:extLst>
              <a:ext uri="{FF2B5EF4-FFF2-40B4-BE49-F238E27FC236}">
                <a16:creationId xmlns:a16="http://schemas.microsoft.com/office/drawing/2014/main" id="{27CC8146-6223-2A10-DA1A-C874E63ED4AF}"/>
              </a:ext>
            </a:extLst>
          </p:cNvPr>
          <p:cNvSpPr>
            <a:spLocks noGrp="1"/>
          </p:cNvSpPr>
          <p:nvPr>
            <p:ph sz="half" idx="2"/>
          </p:nvPr>
        </p:nvSpPr>
        <p:spPr>
          <a:xfrm>
            <a:off x="839788" y="2505075"/>
            <a:ext cx="5157787" cy="368458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5" name="Platshållare för text 4">
            <a:extLst>
              <a:ext uri="{FF2B5EF4-FFF2-40B4-BE49-F238E27FC236}">
                <a16:creationId xmlns:a16="http://schemas.microsoft.com/office/drawing/2014/main" id="{64D0A5A2-9366-D153-35EA-F572C6E1DC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6" name="Platshållare för innehåll 5">
            <a:extLst>
              <a:ext uri="{FF2B5EF4-FFF2-40B4-BE49-F238E27FC236}">
                <a16:creationId xmlns:a16="http://schemas.microsoft.com/office/drawing/2014/main" id="{D2A2C4BE-6BE8-43E6-144F-7969CE2C3E79}"/>
              </a:ext>
            </a:extLst>
          </p:cNvPr>
          <p:cNvSpPr>
            <a:spLocks noGrp="1"/>
          </p:cNvSpPr>
          <p:nvPr>
            <p:ph sz="quarter" idx="4"/>
          </p:nvPr>
        </p:nvSpPr>
        <p:spPr>
          <a:xfrm>
            <a:off x="6172200" y="2505075"/>
            <a:ext cx="5183188" cy="368458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7" name="Platshållare för datum 6">
            <a:extLst>
              <a:ext uri="{FF2B5EF4-FFF2-40B4-BE49-F238E27FC236}">
                <a16:creationId xmlns:a16="http://schemas.microsoft.com/office/drawing/2014/main" id="{02E6C681-34FF-FC46-E7BC-82268383E7AD}"/>
              </a:ext>
            </a:extLst>
          </p:cNvPr>
          <p:cNvSpPr>
            <a:spLocks noGrp="1"/>
          </p:cNvSpPr>
          <p:nvPr>
            <p:ph type="dt" sz="half" idx="10"/>
          </p:nvPr>
        </p:nvSpPr>
        <p:spPr/>
        <p:txBody>
          <a:bodyPr/>
          <a:lstStyle/>
          <a:p>
            <a:fld id="{F21C48A8-A147-4B97-BC01-88144DFF7C6A}" type="datetimeFigureOut">
              <a:rPr lang="sv-SE" smtClean="0"/>
              <a:t>2026-02-09</a:t>
            </a:fld>
            <a:endParaRPr lang="sv-SE"/>
          </a:p>
        </p:txBody>
      </p:sp>
      <p:sp>
        <p:nvSpPr>
          <p:cNvPr id="8" name="Platshållare för sidfot 7">
            <a:extLst>
              <a:ext uri="{FF2B5EF4-FFF2-40B4-BE49-F238E27FC236}">
                <a16:creationId xmlns:a16="http://schemas.microsoft.com/office/drawing/2014/main" id="{984DC852-7058-3FE2-36DF-DCB6B99E84B7}"/>
              </a:ext>
            </a:extLst>
          </p:cNvPr>
          <p:cNvSpPr>
            <a:spLocks noGrp="1"/>
          </p:cNvSpPr>
          <p:nvPr>
            <p:ph type="ftr" sz="quarter" idx="11"/>
          </p:nvPr>
        </p:nvSpPr>
        <p:spPr/>
        <p:txBody>
          <a:bodyPr/>
          <a:lstStyle/>
          <a:p>
            <a:endParaRPr lang="sv-SE"/>
          </a:p>
        </p:txBody>
      </p:sp>
      <p:sp>
        <p:nvSpPr>
          <p:cNvPr id="9" name="Platshållare för bildnummer 8">
            <a:extLst>
              <a:ext uri="{FF2B5EF4-FFF2-40B4-BE49-F238E27FC236}">
                <a16:creationId xmlns:a16="http://schemas.microsoft.com/office/drawing/2014/main" id="{A1E16BF2-C558-8D7D-DE16-B72A3011C85B}"/>
              </a:ext>
            </a:extLst>
          </p:cNvPr>
          <p:cNvSpPr>
            <a:spLocks noGrp="1"/>
          </p:cNvSpPr>
          <p:nvPr>
            <p:ph type="sldNum" sz="quarter" idx="12"/>
          </p:nvPr>
        </p:nvSpPr>
        <p:spPr/>
        <p:txBody>
          <a:bodyPr/>
          <a:lstStyle/>
          <a:p>
            <a:fld id="{B4F60C74-D745-4079-83F8-829A30D8E438}" type="slidenum">
              <a:rPr lang="sv-SE" smtClean="0"/>
              <a:t>‹#›</a:t>
            </a:fld>
            <a:endParaRPr lang="sv-SE"/>
          </a:p>
        </p:txBody>
      </p:sp>
    </p:spTree>
    <p:extLst>
      <p:ext uri="{BB962C8B-B14F-4D97-AF65-F5344CB8AC3E}">
        <p14:creationId xmlns:p14="http://schemas.microsoft.com/office/powerpoint/2010/main" val="29757786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39D47839-768E-7C20-4EFC-46BC7525B870}"/>
              </a:ext>
            </a:extLst>
          </p:cNvPr>
          <p:cNvSpPr>
            <a:spLocks noGrp="1"/>
          </p:cNvSpPr>
          <p:nvPr>
            <p:ph type="title"/>
          </p:nvPr>
        </p:nvSpPr>
        <p:spPr/>
        <p:txBody>
          <a:bodyPr/>
          <a:lstStyle/>
          <a:p>
            <a:r>
              <a:rPr lang="sv-SE"/>
              <a:t>Klicka här för att ändra mall för rubrikformat</a:t>
            </a:r>
          </a:p>
        </p:txBody>
      </p:sp>
      <p:sp>
        <p:nvSpPr>
          <p:cNvPr id="3" name="Platshållare för datum 2">
            <a:extLst>
              <a:ext uri="{FF2B5EF4-FFF2-40B4-BE49-F238E27FC236}">
                <a16:creationId xmlns:a16="http://schemas.microsoft.com/office/drawing/2014/main" id="{8024F4E9-026F-4F9F-B1BD-81E90D6F5B01}"/>
              </a:ext>
            </a:extLst>
          </p:cNvPr>
          <p:cNvSpPr>
            <a:spLocks noGrp="1"/>
          </p:cNvSpPr>
          <p:nvPr>
            <p:ph type="dt" sz="half" idx="10"/>
          </p:nvPr>
        </p:nvSpPr>
        <p:spPr/>
        <p:txBody>
          <a:bodyPr/>
          <a:lstStyle/>
          <a:p>
            <a:fld id="{F21C48A8-A147-4B97-BC01-88144DFF7C6A}" type="datetimeFigureOut">
              <a:rPr lang="sv-SE" smtClean="0"/>
              <a:t>2026-02-09</a:t>
            </a:fld>
            <a:endParaRPr lang="sv-SE"/>
          </a:p>
        </p:txBody>
      </p:sp>
      <p:sp>
        <p:nvSpPr>
          <p:cNvPr id="4" name="Platshållare för sidfot 3">
            <a:extLst>
              <a:ext uri="{FF2B5EF4-FFF2-40B4-BE49-F238E27FC236}">
                <a16:creationId xmlns:a16="http://schemas.microsoft.com/office/drawing/2014/main" id="{CB77FBFA-C8D2-C651-AF57-F5D3D04F60E4}"/>
              </a:ext>
            </a:extLst>
          </p:cNvPr>
          <p:cNvSpPr>
            <a:spLocks noGrp="1"/>
          </p:cNvSpPr>
          <p:nvPr>
            <p:ph type="ftr" sz="quarter" idx="11"/>
          </p:nvPr>
        </p:nvSpPr>
        <p:spPr/>
        <p:txBody>
          <a:bodyPr/>
          <a:lstStyle/>
          <a:p>
            <a:endParaRPr lang="sv-SE"/>
          </a:p>
        </p:txBody>
      </p:sp>
      <p:sp>
        <p:nvSpPr>
          <p:cNvPr id="5" name="Platshållare för bildnummer 4">
            <a:extLst>
              <a:ext uri="{FF2B5EF4-FFF2-40B4-BE49-F238E27FC236}">
                <a16:creationId xmlns:a16="http://schemas.microsoft.com/office/drawing/2014/main" id="{442A4EBC-2FC2-33D5-9BE0-EC8D187ABB84}"/>
              </a:ext>
            </a:extLst>
          </p:cNvPr>
          <p:cNvSpPr>
            <a:spLocks noGrp="1"/>
          </p:cNvSpPr>
          <p:nvPr>
            <p:ph type="sldNum" sz="quarter" idx="12"/>
          </p:nvPr>
        </p:nvSpPr>
        <p:spPr/>
        <p:txBody>
          <a:bodyPr/>
          <a:lstStyle/>
          <a:p>
            <a:fld id="{B4F60C74-D745-4079-83F8-829A30D8E438}" type="slidenum">
              <a:rPr lang="sv-SE" smtClean="0"/>
              <a:t>‹#›</a:t>
            </a:fld>
            <a:endParaRPr lang="sv-SE"/>
          </a:p>
        </p:txBody>
      </p:sp>
    </p:spTree>
    <p:extLst>
      <p:ext uri="{BB962C8B-B14F-4D97-AF65-F5344CB8AC3E}">
        <p14:creationId xmlns:p14="http://schemas.microsoft.com/office/powerpoint/2010/main" val="669501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2DC66EA1-DAAE-30CB-416F-081B51A42B18}"/>
              </a:ext>
            </a:extLst>
          </p:cNvPr>
          <p:cNvSpPr>
            <a:spLocks noGrp="1"/>
          </p:cNvSpPr>
          <p:nvPr>
            <p:ph type="dt" sz="half" idx="10"/>
          </p:nvPr>
        </p:nvSpPr>
        <p:spPr/>
        <p:txBody>
          <a:bodyPr/>
          <a:lstStyle/>
          <a:p>
            <a:fld id="{F21C48A8-A147-4B97-BC01-88144DFF7C6A}" type="datetimeFigureOut">
              <a:rPr lang="sv-SE" smtClean="0"/>
              <a:t>2026-02-09</a:t>
            </a:fld>
            <a:endParaRPr lang="sv-SE"/>
          </a:p>
        </p:txBody>
      </p:sp>
      <p:sp>
        <p:nvSpPr>
          <p:cNvPr id="3" name="Platshållare för sidfot 2">
            <a:extLst>
              <a:ext uri="{FF2B5EF4-FFF2-40B4-BE49-F238E27FC236}">
                <a16:creationId xmlns:a16="http://schemas.microsoft.com/office/drawing/2014/main" id="{54057CE4-4044-6CFF-0464-B57DD2194B05}"/>
              </a:ext>
            </a:extLst>
          </p:cNvPr>
          <p:cNvSpPr>
            <a:spLocks noGrp="1"/>
          </p:cNvSpPr>
          <p:nvPr>
            <p:ph type="ftr" sz="quarter" idx="11"/>
          </p:nvPr>
        </p:nvSpPr>
        <p:spPr/>
        <p:txBody>
          <a:bodyPr/>
          <a:lstStyle/>
          <a:p>
            <a:endParaRPr lang="sv-SE"/>
          </a:p>
        </p:txBody>
      </p:sp>
      <p:sp>
        <p:nvSpPr>
          <p:cNvPr id="4" name="Platshållare för bildnummer 3">
            <a:extLst>
              <a:ext uri="{FF2B5EF4-FFF2-40B4-BE49-F238E27FC236}">
                <a16:creationId xmlns:a16="http://schemas.microsoft.com/office/drawing/2014/main" id="{D9B9308F-0134-005E-40EC-72AFE5434479}"/>
              </a:ext>
            </a:extLst>
          </p:cNvPr>
          <p:cNvSpPr>
            <a:spLocks noGrp="1"/>
          </p:cNvSpPr>
          <p:nvPr>
            <p:ph type="sldNum" sz="quarter" idx="12"/>
          </p:nvPr>
        </p:nvSpPr>
        <p:spPr/>
        <p:txBody>
          <a:bodyPr/>
          <a:lstStyle/>
          <a:p>
            <a:fld id="{B4F60C74-D745-4079-83F8-829A30D8E438}" type="slidenum">
              <a:rPr lang="sv-SE" smtClean="0"/>
              <a:t>‹#›</a:t>
            </a:fld>
            <a:endParaRPr lang="sv-SE"/>
          </a:p>
        </p:txBody>
      </p:sp>
    </p:spTree>
    <p:extLst>
      <p:ext uri="{BB962C8B-B14F-4D97-AF65-F5344CB8AC3E}">
        <p14:creationId xmlns:p14="http://schemas.microsoft.com/office/powerpoint/2010/main" val="19630638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ext med bild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7115F61-DA22-6405-D094-DD6293244AAD}"/>
              </a:ext>
            </a:extLst>
          </p:cNvPr>
          <p:cNvSpPr>
            <a:spLocks noGrp="1"/>
          </p:cNvSpPr>
          <p:nvPr>
            <p:ph type="title"/>
          </p:nvPr>
        </p:nvSpPr>
        <p:spPr>
          <a:xfrm>
            <a:off x="839788" y="457200"/>
            <a:ext cx="3932237" cy="1600200"/>
          </a:xfrm>
        </p:spPr>
        <p:txBody>
          <a:bodyPr anchor="b"/>
          <a:lstStyle>
            <a:lvl1pPr>
              <a:defRPr sz="3200"/>
            </a:lvl1pPr>
          </a:lstStyle>
          <a:p>
            <a:r>
              <a:rPr lang="sv-SE"/>
              <a:t>Klicka här för att ändra mall för rubrikformat</a:t>
            </a:r>
          </a:p>
        </p:txBody>
      </p:sp>
      <p:sp>
        <p:nvSpPr>
          <p:cNvPr id="3" name="Platshållare för innehåll 2">
            <a:extLst>
              <a:ext uri="{FF2B5EF4-FFF2-40B4-BE49-F238E27FC236}">
                <a16:creationId xmlns:a16="http://schemas.microsoft.com/office/drawing/2014/main" id="{06F4C293-908B-03D6-67EB-E8FA1E974A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text 3">
            <a:extLst>
              <a:ext uri="{FF2B5EF4-FFF2-40B4-BE49-F238E27FC236}">
                <a16:creationId xmlns:a16="http://schemas.microsoft.com/office/drawing/2014/main" id="{06969001-6087-3D23-1B6B-9DB0F08E28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v-SE"/>
              <a:t>Klicka här för att ändra format på bakgrundstexten</a:t>
            </a:r>
          </a:p>
        </p:txBody>
      </p:sp>
      <p:sp>
        <p:nvSpPr>
          <p:cNvPr id="5" name="Platshållare för datum 4">
            <a:extLst>
              <a:ext uri="{FF2B5EF4-FFF2-40B4-BE49-F238E27FC236}">
                <a16:creationId xmlns:a16="http://schemas.microsoft.com/office/drawing/2014/main" id="{F7149957-FFE4-3D3C-56D9-F6AEB730BCCC}"/>
              </a:ext>
            </a:extLst>
          </p:cNvPr>
          <p:cNvSpPr>
            <a:spLocks noGrp="1"/>
          </p:cNvSpPr>
          <p:nvPr>
            <p:ph type="dt" sz="half" idx="10"/>
          </p:nvPr>
        </p:nvSpPr>
        <p:spPr/>
        <p:txBody>
          <a:bodyPr/>
          <a:lstStyle/>
          <a:p>
            <a:fld id="{F21C48A8-A147-4B97-BC01-88144DFF7C6A}" type="datetimeFigureOut">
              <a:rPr lang="sv-SE" smtClean="0"/>
              <a:t>2026-02-09</a:t>
            </a:fld>
            <a:endParaRPr lang="sv-SE"/>
          </a:p>
        </p:txBody>
      </p:sp>
      <p:sp>
        <p:nvSpPr>
          <p:cNvPr id="6" name="Platshållare för sidfot 5">
            <a:extLst>
              <a:ext uri="{FF2B5EF4-FFF2-40B4-BE49-F238E27FC236}">
                <a16:creationId xmlns:a16="http://schemas.microsoft.com/office/drawing/2014/main" id="{56FFEF7B-2EE1-4D59-B267-DACC189A0F22}"/>
              </a:ext>
            </a:extLst>
          </p:cNvPr>
          <p:cNvSpPr>
            <a:spLocks noGrp="1"/>
          </p:cNvSpPr>
          <p:nvPr>
            <p:ph type="ftr" sz="quarter" idx="11"/>
          </p:nvPr>
        </p:nvSpPr>
        <p:spPr/>
        <p:txBody>
          <a:bodyPr/>
          <a:lstStyle/>
          <a:p>
            <a:endParaRPr lang="sv-SE"/>
          </a:p>
        </p:txBody>
      </p:sp>
      <p:sp>
        <p:nvSpPr>
          <p:cNvPr id="7" name="Platshållare för bildnummer 6">
            <a:extLst>
              <a:ext uri="{FF2B5EF4-FFF2-40B4-BE49-F238E27FC236}">
                <a16:creationId xmlns:a16="http://schemas.microsoft.com/office/drawing/2014/main" id="{54F209FD-9D5D-F3C5-D9C9-2EE43CB783D6}"/>
              </a:ext>
            </a:extLst>
          </p:cNvPr>
          <p:cNvSpPr>
            <a:spLocks noGrp="1"/>
          </p:cNvSpPr>
          <p:nvPr>
            <p:ph type="sldNum" sz="quarter" idx="12"/>
          </p:nvPr>
        </p:nvSpPr>
        <p:spPr/>
        <p:txBody>
          <a:bodyPr/>
          <a:lstStyle/>
          <a:p>
            <a:fld id="{B4F60C74-D745-4079-83F8-829A30D8E438}" type="slidenum">
              <a:rPr lang="sv-SE" smtClean="0"/>
              <a:t>‹#›</a:t>
            </a:fld>
            <a:endParaRPr lang="sv-SE"/>
          </a:p>
        </p:txBody>
      </p:sp>
    </p:spTree>
    <p:extLst>
      <p:ext uri="{BB962C8B-B14F-4D97-AF65-F5344CB8AC3E}">
        <p14:creationId xmlns:p14="http://schemas.microsoft.com/office/powerpoint/2010/main" val="301914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ed bild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72DC7573-A0F0-1DFA-D634-EDCE808B163A}"/>
              </a:ext>
            </a:extLst>
          </p:cNvPr>
          <p:cNvSpPr>
            <a:spLocks noGrp="1"/>
          </p:cNvSpPr>
          <p:nvPr>
            <p:ph type="title"/>
          </p:nvPr>
        </p:nvSpPr>
        <p:spPr>
          <a:xfrm>
            <a:off x="839788" y="457200"/>
            <a:ext cx="3932237" cy="1600200"/>
          </a:xfrm>
        </p:spPr>
        <p:txBody>
          <a:bodyPr anchor="b"/>
          <a:lstStyle>
            <a:lvl1pPr>
              <a:defRPr sz="3200"/>
            </a:lvl1pPr>
          </a:lstStyle>
          <a:p>
            <a:r>
              <a:rPr lang="sv-SE"/>
              <a:t>Klicka här för att ändra mall för rubrikformat</a:t>
            </a:r>
          </a:p>
        </p:txBody>
      </p:sp>
      <p:sp>
        <p:nvSpPr>
          <p:cNvPr id="3" name="Platshållare för bild 2">
            <a:extLst>
              <a:ext uri="{FF2B5EF4-FFF2-40B4-BE49-F238E27FC236}">
                <a16:creationId xmlns:a16="http://schemas.microsoft.com/office/drawing/2014/main" id="{A95F1432-D4A2-4066-5A9A-10D867C906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v-SE"/>
          </a:p>
        </p:txBody>
      </p:sp>
      <p:sp>
        <p:nvSpPr>
          <p:cNvPr id="4" name="Platshållare för text 3">
            <a:extLst>
              <a:ext uri="{FF2B5EF4-FFF2-40B4-BE49-F238E27FC236}">
                <a16:creationId xmlns:a16="http://schemas.microsoft.com/office/drawing/2014/main" id="{93A8B263-4F3C-5EC4-05A7-7ED28EEB8F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v-SE"/>
              <a:t>Klicka här för att ändra format på bakgrundstexten</a:t>
            </a:r>
          </a:p>
        </p:txBody>
      </p:sp>
      <p:sp>
        <p:nvSpPr>
          <p:cNvPr id="5" name="Platshållare för datum 4">
            <a:extLst>
              <a:ext uri="{FF2B5EF4-FFF2-40B4-BE49-F238E27FC236}">
                <a16:creationId xmlns:a16="http://schemas.microsoft.com/office/drawing/2014/main" id="{6282CA31-1021-3CDA-9CDA-DA562FF668FD}"/>
              </a:ext>
            </a:extLst>
          </p:cNvPr>
          <p:cNvSpPr>
            <a:spLocks noGrp="1"/>
          </p:cNvSpPr>
          <p:nvPr>
            <p:ph type="dt" sz="half" idx="10"/>
          </p:nvPr>
        </p:nvSpPr>
        <p:spPr/>
        <p:txBody>
          <a:bodyPr/>
          <a:lstStyle/>
          <a:p>
            <a:fld id="{F21C48A8-A147-4B97-BC01-88144DFF7C6A}" type="datetimeFigureOut">
              <a:rPr lang="sv-SE" smtClean="0"/>
              <a:t>2026-02-09</a:t>
            </a:fld>
            <a:endParaRPr lang="sv-SE"/>
          </a:p>
        </p:txBody>
      </p:sp>
      <p:sp>
        <p:nvSpPr>
          <p:cNvPr id="6" name="Platshållare för sidfot 5">
            <a:extLst>
              <a:ext uri="{FF2B5EF4-FFF2-40B4-BE49-F238E27FC236}">
                <a16:creationId xmlns:a16="http://schemas.microsoft.com/office/drawing/2014/main" id="{297A02E5-2004-4650-50E0-1E41CBB67D8C}"/>
              </a:ext>
            </a:extLst>
          </p:cNvPr>
          <p:cNvSpPr>
            <a:spLocks noGrp="1"/>
          </p:cNvSpPr>
          <p:nvPr>
            <p:ph type="ftr" sz="quarter" idx="11"/>
          </p:nvPr>
        </p:nvSpPr>
        <p:spPr/>
        <p:txBody>
          <a:bodyPr/>
          <a:lstStyle/>
          <a:p>
            <a:endParaRPr lang="sv-SE"/>
          </a:p>
        </p:txBody>
      </p:sp>
      <p:sp>
        <p:nvSpPr>
          <p:cNvPr id="7" name="Platshållare för bildnummer 6">
            <a:extLst>
              <a:ext uri="{FF2B5EF4-FFF2-40B4-BE49-F238E27FC236}">
                <a16:creationId xmlns:a16="http://schemas.microsoft.com/office/drawing/2014/main" id="{2C6BAA69-EAA5-AA16-55E7-633C0FD21495}"/>
              </a:ext>
            </a:extLst>
          </p:cNvPr>
          <p:cNvSpPr>
            <a:spLocks noGrp="1"/>
          </p:cNvSpPr>
          <p:nvPr>
            <p:ph type="sldNum" sz="quarter" idx="12"/>
          </p:nvPr>
        </p:nvSpPr>
        <p:spPr/>
        <p:txBody>
          <a:bodyPr/>
          <a:lstStyle/>
          <a:p>
            <a:fld id="{B4F60C74-D745-4079-83F8-829A30D8E438}" type="slidenum">
              <a:rPr lang="sv-SE" smtClean="0"/>
              <a:t>‹#›</a:t>
            </a:fld>
            <a:endParaRPr lang="sv-SE"/>
          </a:p>
        </p:txBody>
      </p:sp>
    </p:spTree>
    <p:extLst>
      <p:ext uri="{BB962C8B-B14F-4D97-AF65-F5344CB8AC3E}">
        <p14:creationId xmlns:p14="http://schemas.microsoft.com/office/powerpoint/2010/main" val="18595430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Rubrik och lodrät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27DD330-362E-0CF7-860A-26AF9D44D4A0}"/>
              </a:ext>
            </a:extLst>
          </p:cNvPr>
          <p:cNvSpPr>
            <a:spLocks noGrp="1"/>
          </p:cNvSpPr>
          <p:nvPr>
            <p:ph type="title"/>
          </p:nvPr>
        </p:nvSpPr>
        <p:spPr/>
        <p:txBody>
          <a:bodyPr/>
          <a:lstStyle/>
          <a:p>
            <a:r>
              <a:rPr lang="sv-SE"/>
              <a:t>Klicka här för att ändra mall för rubrikformat</a:t>
            </a:r>
          </a:p>
        </p:txBody>
      </p:sp>
      <p:sp>
        <p:nvSpPr>
          <p:cNvPr id="3" name="Platshållare för lodrät text 2">
            <a:extLst>
              <a:ext uri="{FF2B5EF4-FFF2-40B4-BE49-F238E27FC236}">
                <a16:creationId xmlns:a16="http://schemas.microsoft.com/office/drawing/2014/main" id="{B2A28752-FCE7-5141-C6A4-940D6669F783}"/>
              </a:ext>
            </a:extLst>
          </p:cNvPr>
          <p:cNvSpPr>
            <a:spLocks noGrp="1"/>
          </p:cNvSpPr>
          <p:nvPr>
            <p:ph type="body" orient="vert" idx="1"/>
          </p:nvPr>
        </p:nvSpPr>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FD7D9A0F-68EB-A4B4-7759-6E9C1F28B490}"/>
              </a:ext>
            </a:extLst>
          </p:cNvPr>
          <p:cNvSpPr>
            <a:spLocks noGrp="1"/>
          </p:cNvSpPr>
          <p:nvPr>
            <p:ph type="dt" sz="half" idx="10"/>
          </p:nvPr>
        </p:nvSpPr>
        <p:spPr/>
        <p:txBody>
          <a:bodyPr/>
          <a:lstStyle/>
          <a:p>
            <a:fld id="{F21C48A8-A147-4B97-BC01-88144DFF7C6A}" type="datetimeFigureOut">
              <a:rPr lang="sv-SE" smtClean="0"/>
              <a:t>2026-02-09</a:t>
            </a:fld>
            <a:endParaRPr lang="sv-SE"/>
          </a:p>
        </p:txBody>
      </p:sp>
      <p:sp>
        <p:nvSpPr>
          <p:cNvPr id="5" name="Platshållare för sidfot 4">
            <a:extLst>
              <a:ext uri="{FF2B5EF4-FFF2-40B4-BE49-F238E27FC236}">
                <a16:creationId xmlns:a16="http://schemas.microsoft.com/office/drawing/2014/main" id="{5CAA62D4-8174-3B49-D332-79E05BCFF5B9}"/>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76926E03-F0A3-A8D7-B234-5A5B7448F425}"/>
              </a:ext>
            </a:extLst>
          </p:cNvPr>
          <p:cNvSpPr>
            <a:spLocks noGrp="1"/>
          </p:cNvSpPr>
          <p:nvPr>
            <p:ph type="sldNum" sz="quarter" idx="12"/>
          </p:nvPr>
        </p:nvSpPr>
        <p:spPr/>
        <p:txBody>
          <a:bodyPr/>
          <a:lstStyle/>
          <a:p>
            <a:fld id="{B4F60C74-D745-4079-83F8-829A30D8E438}" type="slidenum">
              <a:rPr lang="sv-SE" smtClean="0"/>
              <a:t>‹#›</a:t>
            </a:fld>
            <a:endParaRPr lang="sv-SE"/>
          </a:p>
        </p:txBody>
      </p:sp>
    </p:spTree>
    <p:extLst>
      <p:ext uri="{BB962C8B-B14F-4D97-AF65-F5344CB8AC3E}">
        <p14:creationId xmlns:p14="http://schemas.microsoft.com/office/powerpoint/2010/main" val="14175452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ät rubrik och text">
    <p:spTree>
      <p:nvGrpSpPr>
        <p:cNvPr id="1" name=""/>
        <p:cNvGrpSpPr/>
        <p:nvPr/>
      </p:nvGrpSpPr>
      <p:grpSpPr>
        <a:xfrm>
          <a:off x="0" y="0"/>
          <a:ext cx="0" cy="0"/>
          <a:chOff x="0" y="0"/>
          <a:chExt cx="0" cy="0"/>
        </a:xfrm>
      </p:grpSpPr>
      <p:sp>
        <p:nvSpPr>
          <p:cNvPr id="2" name="Lodrät rubrik 1">
            <a:extLst>
              <a:ext uri="{FF2B5EF4-FFF2-40B4-BE49-F238E27FC236}">
                <a16:creationId xmlns:a16="http://schemas.microsoft.com/office/drawing/2014/main" id="{902A70EC-3FAA-F7A5-1A61-4DF59E25B717}"/>
              </a:ext>
            </a:extLst>
          </p:cNvPr>
          <p:cNvSpPr>
            <a:spLocks noGrp="1"/>
          </p:cNvSpPr>
          <p:nvPr>
            <p:ph type="title" orient="vert"/>
          </p:nvPr>
        </p:nvSpPr>
        <p:spPr>
          <a:xfrm>
            <a:off x="8724900" y="365125"/>
            <a:ext cx="2628900" cy="5811838"/>
          </a:xfrm>
        </p:spPr>
        <p:txBody>
          <a:bodyPr vert="eaVert"/>
          <a:lstStyle/>
          <a:p>
            <a:r>
              <a:rPr lang="sv-SE"/>
              <a:t>Klicka här för att ändra mall för rubrikformat</a:t>
            </a:r>
          </a:p>
        </p:txBody>
      </p:sp>
      <p:sp>
        <p:nvSpPr>
          <p:cNvPr id="3" name="Platshållare för lodrät text 2">
            <a:extLst>
              <a:ext uri="{FF2B5EF4-FFF2-40B4-BE49-F238E27FC236}">
                <a16:creationId xmlns:a16="http://schemas.microsoft.com/office/drawing/2014/main" id="{F86AB06A-F792-1155-58BF-B07701CE1587}"/>
              </a:ext>
            </a:extLst>
          </p:cNvPr>
          <p:cNvSpPr>
            <a:spLocks noGrp="1"/>
          </p:cNvSpPr>
          <p:nvPr>
            <p:ph type="body" orient="vert" idx="1"/>
          </p:nvPr>
        </p:nvSpPr>
        <p:spPr>
          <a:xfrm>
            <a:off x="838200" y="365125"/>
            <a:ext cx="7734300" cy="5811838"/>
          </a:xfrm>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93C5D3F3-5A7E-EC06-E5A1-7404CB0E0DE7}"/>
              </a:ext>
            </a:extLst>
          </p:cNvPr>
          <p:cNvSpPr>
            <a:spLocks noGrp="1"/>
          </p:cNvSpPr>
          <p:nvPr>
            <p:ph type="dt" sz="half" idx="10"/>
          </p:nvPr>
        </p:nvSpPr>
        <p:spPr/>
        <p:txBody>
          <a:bodyPr/>
          <a:lstStyle/>
          <a:p>
            <a:fld id="{F21C48A8-A147-4B97-BC01-88144DFF7C6A}" type="datetimeFigureOut">
              <a:rPr lang="sv-SE" smtClean="0"/>
              <a:t>2026-02-09</a:t>
            </a:fld>
            <a:endParaRPr lang="sv-SE"/>
          </a:p>
        </p:txBody>
      </p:sp>
      <p:sp>
        <p:nvSpPr>
          <p:cNvPr id="5" name="Platshållare för sidfot 4">
            <a:extLst>
              <a:ext uri="{FF2B5EF4-FFF2-40B4-BE49-F238E27FC236}">
                <a16:creationId xmlns:a16="http://schemas.microsoft.com/office/drawing/2014/main" id="{C5307624-6732-CBCA-526E-4FA80D6BB97D}"/>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271B0793-4339-D410-714C-26C87421EA05}"/>
              </a:ext>
            </a:extLst>
          </p:cNvPr>
          <p:cNvSpPr>
            <a:spLocks noGrp="1"/>
          </p:cNvSpPr>
          <p:nvPr>
            <p:ph type="sldNum" sz="quarter" idx="12"/>
          </p:nvPr>
        </p:nvSpPr>
        <p:spPr/>
        <p:txBody>
          <a:bodyPr/>
          <a:lstStyle/>
          <a:p>
            <a:fld id="{B4F60C74-D745-4079-83F8-829A30D8E438}" type="slidenum">
              <a:rPr lang="sv-SE" smtClean="0"/>
              <a:t>‹#›</a:t>
            </a:fld>
            <a:endParaRPr lang="sv-SE"/>
          </a:p>
        </p:txBody>
      </p:sp>
    </p:spTree>
    <p:extLst>
      <p:ext uri="{BB962C8B-B14F-4D97-AF65-F5344CB8AC3E}">
        <p14:creationId xmlns:p14="http://schemas.microsoft.com/office/powerpoint/2010/main" val="20001606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ontrast Title">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5874AF67-BBA0-48F4-BB9F-52963443351B}"/>
              </a:ext>
            </a:extLst>
          </p:cNvPr>
          <p:cNvGraphicFramePr>
            <a:graphicFrameLocks noChangeAspect="1"/>
          </p:cNvGraphicFramePr>
          <p:nvPr userDrawn="1">
            <p:custDataLst>
              <p:tags r:id="rId1"/>
            </p:custDataLst>
            <p:extLst>
              <p:ext uri="{D42A27DB-BD31-4B8C-83A1-F6EECF244321}">
                <p14:modId xmlns:p14="http://schemas.microsoft.com/office/powerpoint/2010/main" val="24361341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592" imgH="591" progId="TCLayout.ActiveDocument.1">
                  <p:embed/>
                </p:oleObj>
              </mc:Choice>
              <mc:Fallback>
                <p:oleObj name="think-cell Slide" r:id="rId6" imgW="592" imgH="591" progId="TCLayout.ActiveDocument.1">
                  <p:embed/>
                  <p:pic>
                    <p:nvPicPr>
                      <p:cNvPr id="3" name="Object 2" hidden="1">
                        <a:extLst>
                          <a:ext uri="{FF2B5EF4-FFF2-40B4-BE49-F238E27FC236}">
                            <a16:creationId xmlns:a16="http://schemas.microsoft.com/office/drawing/2014/main" id="{5874AF67-BBA0-48F4-BB9F-52963443351B}"/>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5" name="Documenttype">
            <a:extLst>
              <a:ext uri="{FF2B5EF4-FFF2-40B4-BE49-F238E27FC236}">
                <a16:creationId xmlns:a16="http://schemas.microsoft.com/office/drawing/2014/main" id="{BC6B34B4-EADB-0C4D-C59B-54795A30031C}"/>
              </a:ext>
            </a:extLst>
          </p:cNvPr>
          <p:cNvSpPr>
            <a:spLocks noGrp="1"/>
          </p:cNvSpPr>
          <p:nvPr>
            <p:ph type="body" sz="quarter" idx="13" hasCustomPrompt="1"/>
            <p:custDataLst>
              <p:tags r:id="rId2"/>
            </p:custDataLst>
          </p:nvPr>
        </p:nvSpPr>
        <p:spPr>
          <a:xfrm>
            <a:off x="550800" y="6027683"/>
            <a:ext cx="9726795" cy="215444"/>
          </a:xfrm>
          <a:prstGeom prst="rect">
            <a:avLst/>
          </a:prstGeom>
          <a:noFill/>
          <a:ln/>
          <a:extLst>
            <a:ext uri="{909E8E84-426E-40DD-AFC4-6F175D3DCCD1}">
              <a14:hiddenFill xmlns:a14="http://schemas.microsoft.com/office/drawing/2010/main">
                <a:solidFill>
                  <a:srgbClr val="FFFFFF"/>
                </a:solidFill>
              </a14:hiddenFill>
            </a:ext>
          </a:extLst>
        </p:spPr>
        <p:txBody>
          <a:bodyPr vert="horz" lIns="0" tIns="0" rIns="0" bIns="0" rtlCol="0">
            <a:spAutoFit/>
          </a:bodyPr>
          <a:lstStyle>
            <a:lvl1pPr>
              <a:defRPr lang="en-US" sz="1400" dirty="0"/>
            </a:lvl1pPr>
          </a:lstStyle>
          <a:p>
            <a:pPr lvl="0"/>
            <a:r>
              <a:rPr lang="en-US"/>
              <a:t>Edit date or title/role</a:t>
            </a:r>
          </a:p>
        </p:txBody>
      </p:sp>
      <p:sp>
        <p:nvSpPr>
          <p:cNvPr id="6" name="Subtitle">
            <a:extLst>
              <a:ext uri="{FF2B5EF4-FFF2-40B4-BE49-F238E27FC236}">
                <a16:creationId xmlns:a16="http://schemas.microsoft.com/office/drawing/2014/main" id="{4C159486-32D4-392A-6338-C66F6BD5F1AA}"/>
              </a:ext>
            </a:extLst>
          </p:cNvPr>
          <p:cNvSpPr>
            <a:spLocks noGrp="1"/>
          </p:cNvSpPr>
          <p:nvPr>
            <p:ph type="subTitle" idx="1"/>
            <p:custDataLst>
              <p:tags r:id="rId3"/>
            </p:custDataLst>
          </p:nvPr>
        </p:nvSpPr>
        <p:spPr>
          <a:xfrm>
            <a:off x="551941" y="4400336"/>
            <a:ext cx="9726795" cy="307777"/>
          </a:xfrm>
          <a:prstGeom prst="rect">
            <a:avLst/>
          </a:prstGeom>
          <a:noFill/>
          <a:ln/>
          <a:extLst>
            <a:ext uri="{909E8E84-426E-40DD-AFC4-6F175D3DCCD1}">
              <a14:hiddenFill xmlns:a14="http://schemas.microsoft.com/office/drawing/2010/main">
                <a:solidFill>
                  <a:srgbClr val="FFFFFF"/>
                </a:solidFill>
              </a14:hiddenFill>
            </a:ext>
          </a:extLst>
        </p:spPr>
        <p:txBody>
          <a:bodyPr vert="horz" lIns="0" tIns="0" rIns="0" bIns="0" rtlCol="0">
            <a:spAutoFit/>
          </a:bodyPr>
          <a:lstStyle>
            <a:lvl1pPr>
              <a:defRPr lang="en-US" sz="2000" dirty="0"/>
            </a:lvl1pPr>
          </a:lstStyle>
          <a:p>
            <a:pPr lvl="0"/>
            <a:r>
              <a:rPr lang="en-US"/>
              <a:t>Click to edit Master subtitle style</a:t>
            </a:r>
          </a:p>
        </p:txBody>
      </p:sp>
      <p:sp>
        <p:nvSpPr>
          <p:cNvPr id="7" name="Title">
            <a:extLst>
              <a:ext uri="{FF2B5EF4-FFF2-40B4-BE49-F238E27FC236}">
                <a16:creationId xmlns:a16="http://schemas.microsoft.com/office/drawing/2014/main" id="{767CA512-DB0A-24A7-300E-68896EC3D00C}"/>
              </a:ext>
            </a:extLst>
          </p:cNvPr>
          <p:cNvSpPr>
            <a:spLocks noGrp="1"/>
          </p:cNvSpPr>
          <p:nvPr>
            <p:ph type="title"/>
            <p:custDataLst>
              <p:tags r:id="rId4"/>
            </p:custDataLst>
          </p:nvPr>
        </p:nvSpPr>
        <p:spPr>
          <a:xfrm>
            <a:off x="551941" y="3602182"/>
            <a:ext cx="9726795" cy="677108"/>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spAutoFit/>
          </a:bodyPr>
          <a:lstStyle>
            <a:lvl1pPr>
              <a:defRPr lang="en-US" sz="4400" dirty="0"/>
            </a:lvl1pPr>
          </a:lstStyle>
          <a:p>
            <a:pPr lvl="0"/>
            <a:r>
              <a:rPr lang="en-US"/>
              <a:t>Click to edit Master title style</a:t>
            </a:r>
          </a:p>
        </p:txBody>
      </p:sp>
      <p:pic>
        <p:nvPicPr>
          <p:cNvPr id="8" name="Picture 2" descr="Intelliplan - rekryteringsinstitutet.se">
            <a:extLst>
              <a:ext uri="{FF2B5EF4-FFF2-40B4-BE49-F238E27FC236}">
                <a16:creationId xmlns:a16="http://schemas.microsoft.com/office/drawing/2014/main" id="{07A26D26-40B6-A9A0-9AB6-877FE212550C}"/>
              </a:ext>
            </a:extLst>
          </p:cNvPr>
          <p:cNvPicPr>
            <a:picLocks noChangeAspect="1" noChangeArrowheads="1"/>
          </p:cNvPicPr>
          <p:nvPr userDrawn="1"/>
        </p:nvPicPr>
        <p:blipFill>
          <a:blip r:embed="rId8">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551940" y="516120"/>
            <a:ext cx="1520253" cy="8068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25745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_Contrast Title">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5874AF67-BBA0-48F4-BB9F-52963443351B}"/>
              </a:ext>
            </a:extLst>
          </p:cNvPr>
          <p:cNvGraphicFramePr>
            <a:graphicFrameLocks noChangeAspect="1"/>
          </p:cNvGraphicFramePr>
          <p:nvPr userDrawn="1">
            <p:custDataLst>
              <p:tags r:id="rId1"/>
            </p:custDataLst>
            <p:extLst>
              <p:ext uri="{D42A27DB-BD31-4B8C-83A1-F6EECF244321}">
                <p14:modId xmlns:p14="http://schemas.microsoft.com/office/powerpoint/2010/main" val="28429940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592" imgH="591" progId="TCLayout.ActiveDocument.1">
                  <p:embed/>
                </p:oleObj>
              </mc:Choice>
              <mc:Fallback>
                <p:oleObj name="think-cell Slide" r:id="rId6" imgW="592" imgH="591" progId="TCLayout.ActiveDocument.1">
                  <p:embed/>
                  <p:pic>
                    <p:nvPicPr>
                      <p:cNvPr id="3" name="Object 2" hidden="1">
                        <a:extLst>
                          <a:ext uri="{FF2B5EF4-FFF2-40B4-BE49-F238E27FC236}">
                            <a16:creationId xmlns:a16="http://schemas.microsoft.com/office/drawing/2014/main" id="{5874AF67-BBA0-48F4-BB9F-52963443351B}"/>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pic>
        <p:nvPicPr>
          <p:cNvPr id="2" name="Picture 1">
            <a:extLst>
              <a:ext uri="{FF2B5EF4-FFF2-40B4-BE49-F238E27FC236}">
                <a16:creationId xmlns:a16="http://schemas.microsoft.com/office/drawing/2014/main" id="{11DAC054-C55F-7BDF-057F-BA05177A0977}"/>
              </a:ext>
            </a:extLst>
          </p:cNvPr>
          <p:cNvPicPr>
            <a:picLocks noChangeAspect="1"/>
          </p:cNvPicPr>
          <p:nvPr userDrawn="1"/>
        </p:nvPicPr>
        <p:blipFill>
          <a:blip r:embed="rId8"/>
          <a:stretch>
            <a:fillRect/>
          </a:stretch>
        </p:blipFill>
        <p:spPr bwMode="ltGray">
          <a:xfrm>
            <a:off x="3176" y="0"/>
            <a:ext cx="12192000" cy="6858000"/>
          </a:xfrm>
          <a:prstGeom prst="rect">
            <a:avLst/>
          </a:prstGeom>
        </p:spPr>
      </p:pic>
      <p:sp>
        <p:nvSpPr>
          <p:cNvPr id="4" name="Documenttype">
            <a:extLst>
              <a:ext uri="{FF2B5EF4-FFF2-40B4-BE49-F238E27FC236}">
                <a16:creationId xmlns:a16="http://schemas.microsoft.com/office/drawing/2014/main" id="{0C263830-FC42-4802-0373-D65B6285BDBF}"/>
              </a:ext>
            </a:extLst>
          </p:cNvPr>
          <p:cNvSpPr>
            <a:spLocks noGrp="1"/>
          </p:cNvSpPr>
          <p:nvPr>
            <p:ph type="body" sz="quarter" idx="13" hasCustomPrompt="1"/>
            <p:custDataLst>
              <p:tags r:id="rId2"/>
            </p:custDataLst>
          </p:nvPr>
        </p:nvSpPr>
        <p:spPr>
          <a:xfrm>
            <a:off x="550800" y="6027683"/>
            <a:ext cx="9726795" cy="215444"/>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1400" dirty="0">
                <a:solidFill>
                  <a:schemeClr val="tx1"/>
                </a:solidFill>
              </a:defRPr>
            </a:lvl1pPr>
          </a:lstStyle>
          <a:p>
            <a:pPr lvl="0"/>
            <a:r>
              <a:rPr lang="en-US"/>
              <a:t>Edit date or title/role</a:t>
            </a:r>
          </a:p>
        </p:txBody>
      </p:sp>
      <p:sp>
        <p:nvSpPr>
          <p:cNvPr id="9" name="Subtitle">
            <a:extLst>
              <a:ext uri="{FF2B5EF4-FFF2-40B4-BE49-F238E27FC236}">
                <a16:creationId xmlns:a16="http://schemas.microsoft.com/office/drawing/2014/main" id="{72B81B94-ABE6-2D89-819E-5235948659C8}"/>
              </a:ext>
            </a:extLst>
          </p:cNvPr>
          <p:cNvSpPr>
            <a:spLocks noGrp="1"/>
          </p:cNvSpPr>
          <p:nvPr>
            <p:ph type="subTitle" idx="1"/>
            <p:custDataLst>
              <p:tags r:id="rId3"/>
            </p:custDataLst>
          </p:nvPr>
        </p:nvSpPr>
        <p:spPr>
          <a:xfrm>
            <a:off x="551941" y="4400336"/>
            <a:ext cx="9726795" cy="30777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2000" dirty="0">
                <a:solidFill>
                  <a:schemeClr val="tx1"/>
                </a:solidFill>
              </a:defRPr>
            </a:lvl1pPr>
          </a:lstStyle>
          <a:p>
            <a:pPr lvl="0"/>
            <a:r>
              <a:rPr lang="en-US"/>
              <a:t>Click to edit Master subtitle style</a:t>
            </a:r>
          </a:p>
        </p:txBody>
      </p:sp>
      <p:sp>
        <p:nvSpPr>
          <p:cNvPr id="10" name="Title">
            <a:extLst>
              <a:ext uri="{FF2B5EF4-FFF2-40B4-BE49-F238E27FC236}">
                <a16:creationId xmlns:a16="http://schemas.microsoft.com/office/drawing/2014/main" id="{EEF70353-BBA6-F05A-60D8-AF3BEF4040EA}"/>
              </a:ext>
            </a:extLst>
          </p:cNvPr>
          <p:cNvSpPr>
            <a:spLocks noGrp="1"/>
          </p:cNvSpPr>
          <p:nvPr>
            <p:ph type="title"/>
            <p:custDataLst>
              <p:tags r:id="rId4"/>
            </p:custDataLst>
          </p:nvPr>
        </p:nvSpPr>
        <p:spPr>
          <a:xfrm>
            <a:off x="551941" y="3602182"/>
            <a:ext cx="9726795" cy="677108"/>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spAutoFit/>
          </a:bodyPr>
          <a:lstStyle>
            <a:lvl1pPr>
              <a:defRPr lang="en-US" sz="4400" dirty="0">
                <a:solidFill>
                  <a:schemeClr val="tx1"/>
                </a:solidFill>
              </a:defRPr>
            </a:lvl1pPr>
          </a:lstStyle>
          <a:p>
            <a:pPr lvl="0"/>
            <a:r>
              <a:rPr lang="en-US"/>
              <a:t>Click to edit Master title style</a:t>
            </a:r>
          </a:p>
        </p:txBody>
      </p:sp>
      <p:pic>
        <p:nvPicPr>
          <p:cNvPr id="11" name="Picture 2" descr="Intelliplan - rekryteringsinstitutet.se">
            <a:extLst>
              <a:ext uri="{FF2B5EF4-FFF2-40B4-BE49-F238E27FC236}">
                <a16:creationId xmlns:a16="http://schemas.microsoft.com/office/drawing/2014/main" id="{3E44B796-A633-B551-1A5E-91B3BCA24D7B}"/>
              </a:ext>
            </a:extLst>
          </p:cNvPr>
          <p:cNvPicPr>
            <a:picLocks noChangeAspect="1" noChangeArrowheads="1"/>
          </p:cNvPicPr>
          <p:nvPr userDrawn="1"/>
        </p:nvPicPr>
        <p:blipFill>
          <a:blip r:embed="rId9">
            <a:extLst>
              <a:ext uri="{BEBA8EAE-BF5A-486C-A8C5-ECC9F3942E4B}">
                <a14:imgProps xmlns:a14="http://schemas.microsoft.com/office/drawing/2010/main">
                  <a14:imgLayer r:embed="rId10">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551940" y="516120"/>
            <a:ext cx="1520253" cy="8068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16565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rast Defaul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6D01440F-CB45-4B1E-BF2B-97953CB35508}"/>
              </a:ext>
            </a:extLst>
          </p:cNvPr>
          <p:cNvGraphicFramePr>
            <a:graphicFrameLocks noChangeAspect="1"/>
          </p:cNvGraphicFramePr>
          <p:nvPr userDrawn="1">
            <p:custDataLst>
              <p:tags r:id="rId1"/>
            </p:custDataLst>
            <p:extLst>
              <p:ext uri="{D42A27DB-BD31-4B8C-83A1-F6EECF244321}">
                <p14:modId xmlns:p14="http://schemas.microsoft.com/office/powerpoint/2010/main" val="1262916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6D01440F-CB45-4B1E-BF2B-97953CB35508}"/>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ED3A330D-704F-4050-81F6-50A136E78604}"/>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mn-lt"/>
              <a:ea typeface="+mn-ea"/>
              <a:cs typeface="+mn-cs"/>
              <a:sym typeface="Arial" panose="020B0604020202020204" pitchFamily="34" charset="0"/>
            </a:endParaRPr>
          </a:p>
        </p:txBody>
      </p:sp>
      <p:sp>
        <p:nvSpPr>
          <p:cNvPr id="13" name="2. Slide Title">
            <a:extLst>
              <a:ext uri="{FF2B5EF4-FFF2-40B4-BE49-F238E27FC236}">
                <a16:creationId xmlns:a16="http://schemas.microsoft.com/office/drawing/2014/main" id="{5C829ED6-90BF-4B02-AD53-C2B66EC5467C}"/>
              </a:ext>
            </a:extLst>
          </p:cNvPr>
          <p:cNvSpPr>
            <a:spLocks noGrp="1"/>
          </p:cNvSpPr>
          <p:nvPr>
            <p:ph type="title"/>
            <p:custDataLst>
              <p:tags r:id="rId3"/>
            </p:custDataLst>
          </p:nvPr>
        </p:nvSpPr>
        <p:spPr>
          <a:xfrm>
            <a:off x="554736" y="172212"/>
            <a:ext cx="11082528" cy="731520"/>
          </a:xfrm>
        </p:spPr>
        <p:txBody>
          <a:bodyPr vert="horz" wrap="square" lIns="0" tIns="0" rIns="0" bIns="0" rtlCol="0" anchor="b" anchorCtr="0">
            <a:noAutofit/>
          </a:bodyPr>
          <a:lstStyle>
            <a:lvl1pPr>
              <a:defRPr lang="en-US" dirty="0"/>
            </a:lvl1pPr>
          </a:lstStyle>
          <a:p>
            <a:pPr lvl="0"/>
            <a:r>
              <a:rPr lang="en-US"/>
              <a:t>Click to edit Master title style</a:t>
            </a:r>
          </a:p>
        </p:txBody>
      </p:sp>
      <p:sp>
        <p:nvSpPr>
          <p:cNvPr id="12" name="3. Subtitle">
            <a:extLst>
              <a:ext uri="{FF2B5EF4-FFF2-40B4-BE49-F238E27FC236}">
                <a16:creationId xmlns:a16="http://schemas.microsoft.com/office/drawing/2014/main" id="{0F8ABF34-9C24-45F4-B9AE-EDBE37FAC548}"/>
              </a:ext>
            </a:extLst>
          </p:cNvPr>
          <p:cNvSpPr>
            <a:spLocks noGrp="1"/>
          </p:cNvSpPr>
          <p:nvPr>
            <p:ph type="subTitle" idx="1"/>
            <p:custDataLst>
              <p:tags r:id="rId4"/>
            </p:custDataLst>
          </p:nvPr>
        </p:nvSpPr>
        <p:spPr>
          <a:xfrm>
            <a:off x="554736" y="919250"/>
            <a:ext cx="11082528"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b="0" baseline="0" dirty="0"/>
            </a:lvl1pPr>
          </a:lstStyle>
          <a:p>
            <a:pPr lvl="0"/>
            <a:r>
              <a:rPr lang="en-US"/>
              <a:t>Click to edit Master subtitle style</a:t>
            </a:r>
          </a:p>
        </p:txBody>
      </p:sp>
      <p:sp>
        <p:nvSpPr>
          <p:cNvPr id="15" name="Slide Number">
            <a:extLst>
              <a:ext uri="{FF2B5EF4-FFF2-40B4-BE49-F238E27FC236}">
                <a16:creationId xmlns:a16="http://schemas.microsoft.com/office/drawing/2014/main" id="{E4920261-0593-4AC5-992E-73B8CB0A1C71}"/>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chemeClr val="tx1"/>
                </a:solidFill>
                <a:latin typeface="+mn-lt"/>
                <a:ea typeface="+mn-ea"/>
                <a:cs typeface="+mn-cs"/>
              </a:rPr>
              <a:pPr algn="r" defTabSz="610744" rtl="0" fontAlgn="auto">
                <a:spcBef>
                  <a:spcPts val="0"/>
                </a:spcBef>
                <a:spcAft>
                  <a:spcPts val="0"/>
                </a:spcAft>
                <a:defRPr/>
              </a:pPr>
              <a:t>‹#›</a:t>
            </a:fld>
            <a:endParaRPr lang="en-US" sz="900">
              <a:solidFill>
                <a:schemeClr val="tx1"/>
              </a:solidFill>
              <a:latin typeface="+mn-lt"/>
              <a:ea typeface="+mn-ea"/>
              <a:cs typeface="+mn-cs"/>
            </a:endParaRPr>
          </a:p>
        </p:txBody>
      </p:sp>
      <p:sp>
        <p:nvSpPr>
          <p:cNvPr id="9" name="5. Source" hidden="1">
            <a:extLst>
              <a:ext uri="{FF2B5EF4-FFF2-40B4-BE49-F238E27FC236}">
                <a16:creationId xmlns:a16="http://schemas.microsoft.com/office/drawing/2014/main" id="{0CC39C66-1ED1-4BBF-87FB-6C74C9A461BE}"/>
              </a:ext>
            </a:extLst>
          </p:cNvPr>
          <p:cNvSpPr txBox="1"/>
          <p:nvPr userDrawn="1">
            <p:custDataLst>
              <p:tags r:id="rId6"/>
            </p:custDataLst>
          </p:nvPr>
        </p:nvSpPr>
        <p:spPr>
          <a:xfrm>
            <a:off x="554735" y="6501669"/>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a:t>Source: …</a:t>
            </a:r>
          </a:p>
        </p:txBody>
      </p:sp>
      <p:sp>
        <p:nvSpPr>
          <p:cNvPr id="11" name="1. On-page tracker">
            <a:extLst>
              <a:ext uri="{FF2B5EF4-FFF2-40B4-BE49-F238E27FC236}">
                <a16:creationId xmlns:a16="http://schemas.microsoft.com/office/drawing/2014/main" id="{0364ABB4-AE33-4DE9-A20C-DBDBFEC0CA11}"/>
              </a:ext>
            </a:extLst>
          </p:cNvPr>
          <p:cNvSpPr>
            <a:spLocks noGrp="1"/>
          </p:cNvSpPr>
          <p:nvPr>
            <p:ph type="body" sz="quarter" idx="10" hasCustomPrompt="1"/>
            <p:custDataLst>
              <p:tags r:id="rId7"/>
            </p:custDataLst>
          </p:nvPr>
        </p:nvSpPr>
        <p:spPr>
          <a:xfrm>
            <a:off x="554735"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800" b="0" dirty="0"/>
            </a:lvl1pPr>
          </a:lstStyle>
          <a:p>
            <a:pPr lvl="0">
              <a:buNone/>
            </a:pPr>
            <a:r>
              <a:rPr lang="en-US"/>
              <a:t>Add tracker</a:t>
            </a:r>
          </a:p>
        </p:txBody>
      </p:sp>
    </p:spTree>
    <p:extLst>
      <p:ext uri="{BB962C8B-B14F-4D97-AF65-F5344CB8AC3E}">
        <p14:creationId xmlns:p14="http://schemas.microsoft.com/office/powerpoint/2010/main" val="19296572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rast Top Lef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6EDB0C68-81D8-4BCB-8FED-587D098337DD}"/>
              </a:ext>
            </a:extLst>
          </p:cNvPr>
          <p:cNvGraphicFramePr>
            <a:graphicFrameLocks noChangeAspect="1"/>
          </p:cNvGraphicFramePr>
          <p:nvPr userDrawn="1">
            <p:custDataLst>
              <p:tags r:id="rId1"/>
            </p:custDataLst>
            <p:extLst>
              <p:ext uri="{D42A27DB-BD31-4B8C-83A1-F6EECF244321}">
                <p14:modId xmlns:p14="http://schemas.microsoft.com/office/powerpoint/2010/main" val="3392022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8" name="Object 7" hidden="1">
                        <a:extLst>
                          <a:ext uri="{FF2B5EF4-FFF2-40B4-BE49-F238E27FC236}">
                            <a16:creationId xmlns:a16="http://schemas.microsoft.com/office/drawing/2014/main" id="{6EDB0C68-81D8-4BCB-8FED-587D098337DD}"/>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98EAA134-9792-4D41-898E-A83D3A4E3D69}"/>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mn-lt"/>
              <a:ea typeface="+mn-ea"/>
              <a:cs typeface="+mn-cs"/>
              <a:sym typeface="Arial" panose="020B0604020202020204" pitchFamily="34" charset="0"/>
            </a:endParaRPr>
          </a:p>
        </p:txBody>
      </p:sp>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3"/>
            </p:custDataLst>
          </p:nvPr>
        </p:nvSpPr>
        <p:spPr>
          <a:xfrm>
            <a:off x="554736" y="1706563"/>
            <a:ext cx="3813048" cy="769441"/>
          </a:xfrm>
          <a:prstGeom prst="rect">
            <a:avLst/>
          </a:prstGeom>
        </p:spPr>
        <p:txBody>
          <a:bodyPr vert="horz" anchor="t">
            <a:noAutofit/>
          </a:bodyPr>
          <a:lstStyle>
            <a:lvl1pPr rtl="0">
              <a:defRPr>
                <a:ln w="6350" cap="flat">
                  <a:noFill/>
                  <a:miter lim="800000"/>
                </a:ln>
                <a:latin typeface="+mj-lt"/>
                <a:ea typeface="+mj-ea"/>
                <a:cs typeface="+mj-cs"/>
              </a:defRPr>
            </a:lvl1pPr>
          </a:lstStyle>
          <a:p>
            <a:r>
              <a:rPr lang="en-US"/>
              <a:t>Click to edit Master title style</a:t>
            </a:r>
          </a:p>
        </p:txBody>
      </p:sp>
      <p:sp>
        <p:nvSpPr>
          <p:cNvPr id="4" name="Slide Number">
            <a:extLst>
              <a:ext uri="{FF2B5EF4-FFF2-40B4-BE49-F238E27FC236}">
                <a16:creationId xmlns:a16="http://schemas.microsoft.com/office/drawing/2014/main" id="{E74A6D15-9D93-480F-A207-CA245151AE26}"/>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chemeClr val="tx1"/>
                </a:solidFill>
                <a:latin typeface="+mn-lt"/>
                <a:ea typeface="+mn-ea"/>
                <a:cs typeface="+mn-cs"/>
              </a:rPr>
              <a:pPr algn="r" defTabSz="610744" rtl="0" fontAlgn="auto">
                <a:spcBef>
                  <a:spcPts val="0"/>
                </a:spcBef>
                <a:spcAft>
                  <a:spcPts val="0"/>
                </a:spcAft>
                <a:defRPr/>
              </a:pPr>
              <a:t>‹#›</a:t>
            </a:fld>
            <a:endParaRPr lang="en-US" sz="900">
              <a:solidFill>
                <a:schemeClr val="tx1"/>
              </a:solidFill>
              <a:latin typeface="+mn-lt"/>
              <a:ea typeface="+mn-ea"/>
              <a:cs typeface="+mn-cs"/>
            </a:endParaRPr>
          </a:p>
        </p:txBody>
      </p:sp>
      <p:sp>
        <p:nvSpPr>
          <p:cNvPr id="6" name="5. Source" hidden="1">
            <a:extLst>
              <a:ext uri="{FF2B5EF4-FFF2-40B4-BE49-F238E27FC236}">
                <a16:creationId xmlns:a16="http://schemas.microsoft.com/office/drawing/2014/main" id="{33F722E2-991C-4728-97C9-8D281DB3C594}"/>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latin typeface="+mn-lt"/>
                <a:ea typeface="+mn-ea"/>
                <a:cs typeface="+mn-cs"/>
              </a:rPr>
              <a:t>Source: …</a:t>
            </a:r>
          </a:p>
        </p:txBody>
      </p:sp>
      <p:sp>
        <p:nvSpPr>
          <p:cNvPr id="9" name="1. On-page tracker">
            <a:extLst>
              <a:ext uri="{FF2B5EF4-FFF2-40B4-BE49-F238E27FC236}">
                <a16:creationId xmlns:a16="http://schemas.microsoft.com/office/drawing/2014/main" id="{79744E48-04EF-4FA7-AF06-13E2E4A9BC59}"/>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latin typeface="+mn-lt"/>
                <a:ea typeface="+mn-ea"/>
                <a:cs typeface="+mn-cs"/>
              </a:defRPr>
            </a:lvl1pPr>
          </a:lstStyle>
          <a:p>
            <a:pPr lvl="0">
              <a:buNone/>
            </a:pPr>
            <a:r>
              <a:rPr lang="en-US"/>
              <a:t>Add tracker</a:t>
            </a:r>
          </a:p>
        </p:txBody>
      </p:sp>
    </p:spTree>
    <p:extLst>
      <p:ext uri="{BB962C8B-B14F-4D97-AF65-F5344CB8AC3E}">
        <p14:creationId xmlns:p14="http://schemas.microsoft.com/office/powerpoint/2010/main" val="35814759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rast Mid Left">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E10AAB5F-CF0A-4C58-81CA-92C1A8CB9003}"/>
              </a:ext>
            </a:extLst>
          </p:cNvPr>
          <p:cNvGraphicFramePr>
            <a:graphicFrameLocks noChangeAspect="1"/>
          </p:cNvGraphicFramePr>
          <p:nvPr userDrawn="1">
            <p:custDataLst>
              <p:tags r:id="rId1"/>
            </p:custDataLst>
            <p:extLst>
              <p:ext uri="{D42A27DB-BD31-4B8C-83A1-F6EECF244321}">
                <p14:modId xmlns:p14="http://schemas.microsoft.com/office/powerpoint/2010/main" val="30651429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4" name="Object 3" hidden="1">
                        <a:extLst>
                          <a:ext uri="{FF2B5EF4-FFF2-40B4-BE49-F238E27FC236}">
                            <a16:creationId xmlns:a16="http://schemas.microsoft.com/office/drawing/2014/main" id="{E10AAB5F-CF0A-4C58-81CA-92C1A8CB9003}"/>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8DA53433-5DFE-4583-A5C0-DE3F3C3DDE88}"/>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mn-lt"/>
              <a:ea typeface="+mn-ea"/>
              <a:cs typeface="+mn-cs"/>
              <a:sym typeface="Arial" panose="020B0604020202020204" pitchFamily="34" charset="0"/>
            </a:endParaRPr>
          </a:p>
        </p:txBody>
      </p:sp>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3"/>
            </p:custDataLst>
          </p:nvPr>
        </p:nvSpPr>
        <p:spPr>
          <a:xfrm>
            <a:off x="554736" y="3044280"/>
            <a:ext cx="5065776" cy="769441"/>
          </a:xfrm>
          <a:prstGeom prst="rect">
            <a:avLst/>
          </a:prstGeom>
        </p:spPr>
        <p:txBody>
          <a:bodyPr vert="horz" rIns="365760" anchor="ctr">
            <a:noAutofit/>
          </a:bodyPr>
          <a:lstStyle>
            <a:lvl1pPr rtl="0">
              <a:defRPr>
                <a:ln w="6350" cap="flat">
                  <a:noFill/>
                  <a:miter lim="800000"/>
                </a:ln>
                <a:latin typeface="+mj-lt"/>
                <a:ea typeface="+mj-ea"/>
                <a:cs typeface="+mj-cs"/>
              </a:defRPr>
            </a:lvl1pPr>
          </a:lstStyle>
          <a:p>
            <a:r>
              <a:rPr lang="en-US"/>
              <a:t>Click to edit Master title style</a:t>
            </a:r>
          </a:p>
        </p:txBody>
      </p:sp>
      <p:sp>
        <p:nvSpPr>
          <p:cNvPr id="9" name="Slide Number">
            <a:extLst>
              <a:ext uri="{FF2B5EF4-FFF2-40B4-BE49-F238E27FC236}">
                <a16:creationId xmlns:a16="http://schemas.microsoft.com/office/drawing/2014/main" id="{8CFBA6B2-A084-4532-80C0-2629A5553A76}"/>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chemeClr val="tx1"/>
                </a:solidFill>
                <a:latin typeface="+mn-lt"/>
                <a:ea typeface="+mn-ea"/>
                <a:cs typeface="+mn-cs"/>
              </a:rPr>
              <a:pPr algn="r" defTabSz="610744" rtl="0" fontAlgn="auto">
                <a:spcBef>
                  <a:spcPts val="0"/>
                </a:spcBef>
                <a:spcAft>
                  <a:spcPts val="0"/>
                </a:spcAft>
                <a:defRPr/>
              </a:pPr>
              <a:t>‹#›</a:t>
            </a:fld>
            <a:endParaRPr lang="en-US" sz="900">
              <a:solidFill>
                <a:schemeClr val="tx1"/>
              </a:solidFill>
              <a:latin typeface="+mn-lt"/>
              <a:ea typeface="+mn-ea"/>
              <a:cs typeface="+mn-cs"/>
            </a:endParaRPr>
          </a:p>
        </p:txBody>
      </p:sp>
      <p:sp>
        <p:nvSpPr>
          <p:cNvPr id="7" name="5. Source" hidden="1">
            <a:extLst>
              <a:ext uri="{FF2B5EF4-FFF2-40B4-BE49-F238E27FC236}">
                <a16:creationId xmlns:a16="http://schemas.microsoft.com/office/drawing/2014/main" id="{677DA9EB-F148-4622-AB71-9F38D348578D}"/>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latin typeface="+mn-lt"/>
                <a:ea typeface="+mn-ea"/>
                <a:cs typeface="+mn-cs"/>
              </a:rPr>
              <a:t>Source: …</a:t>
            </a:r>
          </a:p>
        </p:txBody>
      </p:sp>
      <p:sp>
        <p:nvSpPr>
          <p:cNvPr id="10" name="1. On-page tracker">
            <a:extLst>
              <a:ext uri="{FF2B5EF4-FFF2-40B4-BE49-F238E27FC236}">
                <a16:creationId xmlns:a16="http://schemas.microsoft.com/office/drawing/2014/main" id="{29A5BC72-B58B-4282-B0EA-EE79CC589D71}"/>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latin typeface="+mn-lt"/>
                <a:ea typeface="+mn-ea"/>
                <a:cs typeface="+mn-cs"/>
              </a:defRPr>
            </a:lvl1pPr>
          </a:lstStyle>
          <a:p>
            <a:pPr lvl="0">
              <a:buNone/>
            </a:pPr>
            <a:r>
              <a:rPr lang="en-US"/>
              <a:t>Add tracker</a:t>
            </a:r>
          </a:p>
        </p:txBody>
      </p:sp>
    </p:spTree>
    <p:extLst>
      <p:ext uri="{BB962C8B-B14F-4D97-AF65-F5344CB8AC3E}">
        <p14:creationId xmlns:p14="http://schemas.microsoft.com/office/powerpoint/2010/main" val="40614709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rast Section">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98064E9-3153-4628-A7D5-81F8DEADB0D6}"/>
              </a:ext>
            </a:extLst>
          </p:cNvPr>
          <p:cNvGraphicFramePr>
            <a:graphicFrameLocks noChangeAspect="1"/>
          </p:cNvGraphicFramePr>
          <p:nvPr userDrawn="1">
            <p:custDataLst>
              <p:tags r:id="rId1"/>
            </p:custDataLst>
            <p:extLst>
              <p:ext uri="{D42A27DB-BD31-4B8C-83A1-F6EECF244321}">
                <p14:modId xmlns:p14="http://schemas.microsoft.com/office/powerpoint/2010/main" val="7465151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3" name="Object 2" hidden="1">
                        <a:extLst>
                          <a:ext uri="{FF2B5EF4-FFF2-40B4-BE49-F238E27FC236}">
                            <a16:creationId xmlns:a16="http://schemas.microsoft.com/office/drawing/2014/main" id="{F98064E9-3153-4628-A7D5-81F8DEADB0D6}"/>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A4FCABF2-1291-4CAB-A39C-0FDD2FD8A1F5}"/>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4400" b="1" i="0" baseline="0">
              <a:solidFill>
                <a:schemeClr val="bg1"/>
              </a:solidFill>
              <a:latin typeface="+mn-lt"/>
              <a:ea typeface="+mn-ea"/>
              <a:cs typeface="+mn-cs"/>
              <a:sym typeface="Arial" panose="020B0604020202020204" pitchFamily="34" charset="0"/>
            </a:endParaRPr>
          </a:p>
        </p:txBody>
      </p:sp>
      <p:sp>
        <p:nvSpPr>
          <p:cNvPr id="7" name="2. Slide Title">
            <a:extLst>
              <a:ext uri="{FF2B5EF4-FFF2-40B4-BE49-F238E27FC236}">
                <a16:creationId xmlns:a16="http://schemas.microsoft.com/office/drawing/2014/main" id="{E222DC4C-FD9F-4495-B0EA-3E6F1E35596A}"/>
              </a:ext>
            </a:extLst>
          </p:cNvPr>
          <p:cNvSpPr>
            <a:spLocks noGrp="1"/>
          </p:cNvSpPr>
          <p:nvPr>
            <p:ph type="title"/>
            <p:custDataLst>
              <p:tags r:id="rId3"/>
            </p:custDataLst>
          </p:nvPr>
        </p:nvSpPr>
        <p:spPr>
          <a:xfrm>
            <a:off x="554736" y="4580468"/>
            <a:ext cx="11082528" cy="677108"/>
          </a:xfrm>
        </p:spPr>
        <p:txBody>
          <a:bodyPr vert="horz" anchor="b">
            <a:noAutofit/>
          </a:bodyPr>
          <a:lstStyle>
            <a:lvl1pPr rtl="0">
              <a:lnSpc>
                <a:spcPct val="100000"/>
              </a:lnSpc>
              <a:defRPr sz="4400">
                <a:latin typeface="+mj-lt"/>
                <a:ea typeface="+mj-ea"/>
                <a:cs typeface="+mj-cs"/>
              </a:defRPr>
            </a:lvl1pPr>
          </a:lstStyle>
          <a:p>
            <a:r>
              <a:rPr lang="en-US"/>
              <a:t>Click to edit Master title style</a:t>
            </a:r>
          </a:p>
        </p:txBody>
      </p:sp>
      <p:sp>
        <p:nvSpPr>
          <p:cNvPr id="8" name="Slide Number">
            <a:extLst>
              <a:ext uri="{FF2B5EF4-FFF2-40B4-BE49-F238E27FC236}">
                <a16:creationId xmlns:a16="http://schemas.microsoft.com/office/drawing/2014/main" id="{9AC4B822-CA6B-4F05-8715-F74C6D5D34B1}"/>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chemeClr val="tx1"/>
                </a:solidFill>
                <a:latin typeface="+mn-lt"/>
                <a:ea typeface="+mn-ea"/>
                <a:cs typeface="+mn-cs"/>
              </a:rPr>
              <a:pPr algn="r" defTabSz="610744" rtl="0" fontAlgn="auto">
                <a:spcBef>
                  <a:spcPts val="0"/>
                </a:spcBef>
                <a:spcAft>
                  <a:spcPts val="0"/>
                </a:spcAft>
                <a:defRPr/>
              </a:pPr>
              <a:t>‹#›</a:t>
            </a:fld>
            <a:endParaRPr lang="en-US" sz="900">
              <a:solidFill>
                <a:schemeClr val="tx1"/>
              </a:solidFill>
              <a:latin typeface="+mn-lt"/>
              <a:ea typeface="+mn-ea"/>
              <a:cs typeface="+mn-cs"/>
            </a:endParaRPr>
          </a:p>
        </p:txBody>
      </p:sp>
      <p:sp>
        <p:nvSpPr>
          <p:cNvPr id="6" name="5. Source" hidden="1">
            <a:extLst>
              <a:ext uri="{FF2B5EF4-FFF2-40B4-BE49-F238E27FC236}">
                <a16:creationId xmlns:a16="http://schemas.microsoft.com/office/drawing/2014/main" id="{4376B40D-309A-4442-81B2-638CDEBB2F76}"/>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latin typeface="+mn-lt"/>
                <a:ea typeface="+mn-ea"/>
                <a:cs typeface="+mn-cs"/>
              </a:rPr>
              <a:t>Source: …</a:t>
            </a:r>
          </a:p>
        </p:txBody>
      </p:sp>
      <p:sp>
        <p:nvSpPr>
          <p:cNvPr id="9" name="1. On-page tracker">
            <a:extLst>
              <a:ext uri="{FF2B5EF4-FFF2-40B4-BE49-F238E27FC236}">
                <a16:creationId xmlns:a16="http://schemas.microsoft.com/office/drawing/2014/main" id="{8F89071A-FCD4-4931-B959-81108D770B1E}"/>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latin typeface="+mn-lt"/>
                <a:ea typeface="+mn-ea"/>
                <a:cs typeface="+mn-cs"/>
              </a:defRPr>
            </a:lvl1pPr>
          </a:lstStyle>
          <a:p>
            <a:pPr lvl="0">
              <a:buNone/>
            </a:pPr>
            <a:r>
              <a:rPr lang="en-US"/>
              <a:t>Add tracker</a:t>
            </a:r>
          </a:p>
        </p:txBody>
      </p:sp>
    </p:spTree>
    <p:extLst>
      <p:ext uri="{BB962C8B-B14F-4D97-AF65-F5344CB8AC3E}">
        <p14:creationId xmlns:p14="http://schemas.microsoft.com/office/powerpoint/2010/main" val="25771607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rast Quot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52273FB-3270-4181-86FF-C1D92782D49D}"/>
              </a:ext>
            </a:extLst>
          </p:cNvPr>
          <p:cNvGraphicFramePr>
            <a:graphicFrameLocks noChangeAspect="1"/>
          </p:cNvGraphicFramePr>
          <p:nvPr userDrawn="1">
            <p:custDataLst>
              <p:tags r:id="rId1"/>
            </p:custDataLst>
            <p:extLst>
              <p:ext uri="{D42A27DB-BD31-4B8C-83A1-F6EECF244321}">
                <p14:modId xmlns:p14="http://schemas.microsoft.com/office/powerpoint/2010/main" val="37451133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592" imgH="591" progId="TCLayout.ActiveDocument.1">
                  <p:embed/>
                </p:oleObj>
              </mc:Choice>
              <mc:Fallback>
                <p:oleObj name="think-cell Slide" r:id="rId9" imgW="592" imgH="591" progId="TCLayout.ActiveDocument.1">
                  <p:embed/>
                  <p:pic>
                    <p:nvPicPr>
                      <p:cNvPr id="3" name="Object 2" hidden="1">
                        <a:extLst>
                          <a:ext uri="{FF2B5EF4-FFF2-40B4-BE49-F238E27FC236}">
                            <a16:creationId xmlns:a16="http://schemas.microsoft.com/office/drawing/2014/main" id="{F52273FB-3270-4181-86FF-C1D92782D49D}"/>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8DE3D51E-EFF4-4CED-8D1C-0D351D7D3278}"/>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3400" b="1" i="0" baseline="0">
              <a:solidFill>
                <a:schemeClr val="bg1"/>
              </a:solidFill>
              <a:latin typeface="+mn-lt"/>
              <a:ea typeface="+mn-ea"/>
              <a:cs typeface="+mn-cs"/>
              <a:sym typeface="Arial" panose="020B0604020202020204" pitchFamily="34" charset="0"/>
            </a:endParaRPr>
          </a:p>
        </p:txBody>
      </p:sp>
      <p:sp>
        <p:nvSpPr>
          <p:cNvPr id="7" name="2. Slide Title">
            <a:extLst>
              <a:ext uri="{FF2B5EF4-FFF2-40B4-BE49-F238E27FC236}">
                <a16:creationId xmlns:a16="http://schemas.microsoft.com/office/drawing/2014/main" id="{FB296734-15F7-4BDF-BF7F-AD560B3E09D7}"/>
              </a:ext>
            </a:extLst>
          </p:cNvPr>
          <p:cNvSpPr>
            <a:spLocks noGrp="1"/>
          </p:cNvSpPr>
          <p:nvPr>
            <p:ph type="title" hasCustomPrompt="1"/>
            <p:custDataLst>
              <p:tags r:id="rId3"/>
            </p:custDataLst>
          </p:nvPr>
        </p:nvSpPr>
        <p:spPr>
          <a:xfrm>
            <a:off x="1505712" y="3568155"/>
            <a:ext cx="9180576" cy="511294"/>
          </a:xfrm>
          <a:prstGeom prst="rect">
            <a:avLst/>
          </a:prstGeom>
        </p:spPr>
        <p:txBody>
          <a:bodyPr vert="horz">
            <a:spAutoFit/>
          </a:bodyPr>
          <a:lstStyle>
            <a:lvl1pPr rtl="0">
              <a:lnSpc>
                <a:spcPct val="105000"/>
              </a:lnSpc>
              <a:defRPr sz="3400">
                <a:latin typeface="+mj-lt"/>
                <a:ea typeface="+mj-ea"/>
                <a:cs typeface="+mj-cs"/>
              </a:defRPr>
            </a:lvl1pPr>
          </a:lstStyle>
          <a:p>
            <a:r>
              <a:rPr lang="en-US"/>
              <a:t>“Click to add quote</a:t>
            </a:r>
          </a:p>
        </p:txBody>
      </p:sp>
      <p:sp>
        <p:nvSpPr>
          <p:cNvPr id="9" name="3. Subtitle">
            <a:extLst>
              <a:ext uri="{FF2B5EF4-FFF2-40B4-BE49-F238E27FC236}">
                <a16:creationId xmlns:a16="http://schemas.microsoft.com/office/drawing/2014/main" id="{F91EA195-0A6B-4141-BE0A-C29B8632D98B}"/>
              </a:ext>
            </a:extLst>
          </p:cNvPr>
          <p:cNvSpPr>
            <a:spLocks noGrp="1"/>
          </p:cNvSpPr>
          <p:nvPr>
            <p:ph type="subTitle" idx="1" hasCustomPrompt="1"/>
            <p:custDataLst>
              <p:tags r:id="rId4"/>
            </p:custDataLst>
          </p:nvPr>
        </p:nvSpPr>
        <p:spPr>
          <a:xfrm>
            <a:off x="1505712" y="4284630"/>
            <a:ext cx="9180576" cy="246221"/>
          </a:xfrm>
          <a:prstGeom prst="rect">
            <a:avLst/>
          </a:prstGeom>
        </p:spPr>
        <p:txBody>
          <a:bodyPr wrap="square">
            <a:spAutoFit/>
          </a:bodyPr>
          <a:lstStyle>
            <a:lvl1pPr marL="0" indent="0" algn="l" rtl="0">
              <a:buNone/>
              <a:defRPr sz="1600" b="0" baseline="0">
                <a:solidFill>
                  <a:schemeClr val="tx1"/>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quote source</a:t>
            </a:r>
          </a:p>
        </p:txBody>
      </p:sp>
      <p:sp>
        <p:nvSpPr>
          <p:cNvPr id="8" name="Slide Number">
            <a:extLst>
              <a:ext uri="{FF2B5EF4-FFF2-40B4-BE49-F238E27FC236}">
                <a16:creationId xmlns:a16="http://schemas.microsoft.com/office/drawing/2014/main" id="{9A085514-D1F6-4D77-A23F-C5C66C21AB2E}"/>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chemeClr val="tx1"/>
                </a:solidFill>
                <a:latin typeface="+mn-lt"/>
                <a:ea typeface="+mn-ea"/>
                <a:cs typeface="+mn-cs"/>
              </a:rPr>
              <a:pPr algn="r" defTabSz="610744" rtl="0" fontAlgn="auto">
                <a:spcBef>
                  <a:spcPts val="0"/>
                </a:spcBef>
                <a:spcAft>
                  <a:spcPts val="0"/>
                </a:spcAft>
                <a:defRPr/>
              </a:pPr>
              <a:t>‹#›</a:t>
            </a:fld>
            <a:endParaRPr lang="en-US" sz="900">
              <a:solidFill>
                <a:schemeClr val="tx1"/>
              </a:solidFill>
              <a:latin typeface="+mn-lt"/>
              <a:ea typeface="+mn-ea"/>
              <a:cs typeface="+mn-cs"/>
            </a:endParaRPr>
          </a:p>
        </p:txBody>
      </p:sp>
      <p:sp>
        <p:nvSpPr>
          <p:cNvPr id="11" name="5. Source" hidden="1">
            <a:extLst>
              <a:ext uri="{FF2B5EF4-FFF2-40B4-BE49-F238E27FC236}">
                <a16:creationId xmlns:a16="http://schemas.microsoft.com/office/drawing/2014/main" id="{C5FBD0AF-1EDD-41EB-9A6E-173435ADFFE5}"/>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latin typeface="+mn-lt"/>
                <a:ea typeface="+mn-ea"/>
                <a:cs typeface="+mn-cs"/>
              </a:rPr>
              <a:t>Source: …</a:t>
            </a:r>
          </a:p>
        </p:txBody>
      </p:sp>
      <p:sp>
        <p:nvSpPr>
          <p:cNvPr id="10" name="1. On-page tracker">
            <a:extLst>
              <a:ext uri="{FF2B5EF4-FFF2-40B4-BE49-F238E27FC236}">
                <a16:creationId xmlns:a16="http://schemas.microsoft.com/office/drawing/2014/main" id="{878CBA30-A797-424E-A56B-F43F015ECE96}"/>
              </a:ext>
            </a:extLst>
          </p:cNvPr>
          <p:cNvSpPr>
            <a:spLocks noGrp="1"/>
          </p:cNvSpPr>
          <p:nvPr>
            <p:ph type="body" sz="quarter" idx="10" hasCustomPrompt="1"/>
            <p:custDataLst>
              <p:tags r:id="rId7"/>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latin typeface="+mn-lt"/>
                <a:ea typeface="+mn-ea"/>
                <a:cs typeface="+mn-cs"/>
              </a:defRPr>
            </a:lvl1pPr>
          </a:lstStyle>
          <a:p>
            <a:pPr lvl="0">
              <a:buNone/>
            </a:pPr>
            <a:r>
              <a:rPr lang="en-US"/>
              <a:t>Add tracker</a:t>
            </a:r>
          </a:p>
        </p:txBody>
      </p:sp>
    </p:spTree>
    <p:extLst>
      <p:ext uri="{BB962C8B-B14F-4D97-AF65-F5344CB8AC3E}">
        <p14:creationId xmlns:p14="http://schemas.microsoft.com/office/powerpoint/2010/main" val="14205050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Contrast 1/4">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3A3BA4A-22A3-4843-892F-E42C155B4288}"/>
              </a:ext>
            </a:extLst>
          </p:cNvPr>
          <p:cNvGraphicFramePr>
            <a:graphicFrameLocks noChangeAspect="1"/>
          </p:cNvGraphicFramePr>
          <p:nvPr userDrawn="1">
            <p:custDataLst>
              <p:tags r:id="rId1"/>
            </p:custDataLst>
            <p:extLst>
              <p:ext uri="{D42A27DB-BD31-4B8C-83A1-F6EECF244321}">
                <p14:modId xmlns:p14="http://schemas.microsoft.com/office/powerpoint/2010/main" val="28595339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C3A3BA4A-22A3-4843-892F-E42C155B4288}"/>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A2BA1E0C-CA9F-489D-B144-727B655BD190}"/>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mn-lt"/>
              <a:ea typeface="+mn-ea"/>
              <a:cs typeface="+mn-cs"/>
              <a:sym typeface="Arial" panose="020B0604020202020204" pitchFamily="34" charset="0"/>
            </a:endParaRPr>
          </a:p>
        </p:txBody>
      </p:sp>
      <p:sp>
        <p:nvSpPr>
          <p:cNvPr id="6" name="RectangleDark">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3413760" y="0"/>
            <a:ext cx="8778240"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chemeClr val="bg2"/>
              </a:solidFill>
              <a:latin typeface="+mn-lt"/>
              <a:ea typeface="+mn-ea"/>
              <a:cs typeface="+mn-cs"/>
            </a:endParaRP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chemeClr val="tx1"/>
                </a:solidFill>
                <a:latin typeface="+mn-lt"/>
                <a:ea typeface="+mn-ea"/>
                <a:cs typeface="+mn-cs"/>
              </a:rPr>
              <a:pPr algn="r" defTabSz="610744" rtl="0" fontAlgn="auto">
                <a:spcBef>
                  <a:spcPts val="0"/>
                </a:spcBef>
                <a:spcAft>
                  <a:spcPts val="0"/>
                </a:spcAft>
                <a:defRPr/>
              </a:pPr>
              <a:t>‹#›</a:t>
            </a:fld>
            <a:endParaRPr lang="en-US" sz="900">
              <a:solidFill>
                <a:schemeClr val="tx1"/>
              </a:solidFill>
              <a:latin typeface="+mn-lt"/>
              <a:ea typeface="+mn-ea"/>
              <a:cs typeface="+mn-cs"/>
            </a:endParaRPr>
          </a:p>
        </p:txBody>
      </p:sp>
      <p:sp>
        <p:nvSpPr>
          <p:cNvPr id="19" name="2. Slide Title">
            <a:extLst>
              <a:ext uri="{FF2B5EF4-FFF2-40B4-BE49-F238E27FC236}">
                <a16:creationId xmlns:a16="http://schemas.microsoft.com/office/drawing/2014/main" id="{7C125983-42A9-42F7-AA00-F56CD87B285E}"/>
              </a:ext>
            </a:extLst>
          </p:cNvPr>
          <p:cNvSpPr>
            <a:spLocks noGrp="1"/>
          </p:cNvSpPr>
          <p:nvPr>
            <p:ph type="title"/>
            <p:custDataLst>
              <p:tags r:id="rId5"/>
            </p:custDataLst>
          </p:nvPr>
        </p:nvSpPr>
        <p:spPr>
          <a:xfrm>
            <a:off x="554736" y="2744369"/>
            <a:ext cx="2514600" cy="769441"/>
          </a:xfrm>
        </p:spPr>
        <p:txBody>
          <a:bodyPr vert="horz" anchor="b">
            <a:noAutofit/>
          </a:bodyPr>
          <a:lstStyle>
            <a:lvl1pPr rtl="0">
              <a:defRPr>
                <a:solidFill>
                  <a:schemeClr val="bg2"/>
                </a:solidFill>
                <a:latin typeface="+mj-lt"/>
                <a:ea typeface="+mj-ea"/>
                <a:cs typeface="+mj-cs"/>
              </a:defRPr>
            </a:lvl1pPr>
          </a:lstStyle>
          <a:p>
            <a:r>
              <a:rPr lang="en-US"/>
              <a:t>Click to edit Master title</a:t>
            </a:r>
          </a:p>
        </p:txBody>
      </p:sp>
      <p:sp>
        <p:nvSpPr>
          <p:cNvPr id="20" name="3. Subtitle">
            <a:extLst>
              <a:ext uri="{FF2B5EF4-FFF2-40B4-BE49-F238E27FC236}">
                <a16:creationId xmlns:a16="http://schemas.microsoft.com/office/drawing/2014/main" id="{9D41FF9F-DFB7-4DFF-B338-08A2CA649393}"/>
              </a:ext>
            </a:extLst>
          </p:cNvPr>
          <p:cNvSpPr>
            <a:spLocks noGrp="1"/>
          </p:cNvSpPr>
          <p:nvPr>
            <p:ph type="subTitle" idx="1"/>
            <p:custDataLst>
              <p:tags r:id="rId6"/>
            </p:custDataLst>
          </p:nvPr>
        </p:nvSpPr>
        <p:spPr>
          <a:xfrm>
            <a:off x="554736" y="3659644"/>
            <a:ext cx="2514600" cy="492443"/>
          </a:xfrm>
          <a:prstGeom prst="rect">
            <a:avLst/>
          </a:prstGeom>
        </p:spPr>
        <p:txBody>
          <a:bodyPr wrap="square">
            <a:spAutoFit/>
          </a:bodyPr>
          <a:lstStyle>
            <a:lvl1pPr marL="0" indent="0" algn="l" rtl="0">
              <a:buNone/>
              <a:defRPr sz="1600" b="0" baseline="0">
                <a:solidFill>
                  <a:schemeClr val="bg2"/>
                </a:solidFill>
                <a:latin typeface="+mn-lt"/>
                <a:ea typeface="+mn-ea"/>
                <a:cs typeface="+mn-cs"/>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21" name="5. Source" hidden="1">
            <a:extLst>
              <a:ext uri="{FF2B5EF4-FFF2-40B4-BE49-F238E27FC236}">
                <a16:creationId xmlns:a16="http://schemas.microsoft.com/office/drawing/2014/main" id="{064AC035-5239-45FF-8383-33CBCD30D33E}"/>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solidFill>
                  <a:schemeClr val="bg2"/>
                </a:solidFill>
                <a:latin typeface="+mn-lt"/>
                <a:ea typeface="+mn-ea"/>
                <a:cs typeface="+mn-cs"/>
              </a:rPr>
              <a:t>Source: …</a:t>
            </a:r>
          </a:p>
        </p:txBody>
      </p:sp>
      <p:sp>
        <p:nvSpPr>
          <p:cNvPr id="10" name="1. On-page tracker">
            <a:extLst>
              <a:ext uri="{FF2B5EF4-FFF2-40B4-BE49-F238E27FC236}">
                <a16:creationId xmlns:a16="http://schemas.microsoft.com/office/drawing/2014/main" id="{7E97B40B-AFF2-4819-823D-9831ADC756CA}"/>
              </a:ext>
            </a:extLst>
          </p:cNvPr>
          <p:cNvSpPr>
            <a:spLocks noGrp="1"/>
          </p:cNvSpPr>
          <p:nvPr>
            <p:ph type="body" sz="quarter" idx="10" hasCustomPrompt="1"/>
            <p:custDataLst>
              <p:tags r:id="rId8"/>
            </p:custDataLst>
          </p:nvPr>
        </p:nvSpPr>
        <p:spPr>
          <a:xfrm>
            <a:off x="554735" y="41597"/>
            <a:ext cx="2514601" cy="123111"/>
          </a:xfrm>
          <a:prstGeom prst="rect">
            <a:avLst/>
          </a:prstGeom>
          <a:ln w="6350">
            <a:noFill/>
            <a:miter lim="800000"/>
          </a:ln>
        </p:spPr>
        <p:txBody>
          <a:bodyPr vert="horz" wrap="square" lIns="0" tIns="0" rIns="0" bIns="0" rtlCol="0">
            <a:spAutoFit/>
          </a:bodyPr>
          <a:lstStyle>
            <a:lvl1pPr rtl="0">
              <a:defRPr lang="en-US" sz="800" b="0" dirty="0">
                <a:solidFill>
                  <a:schemeClr val="bg2"/>
                </a:solidFill>
                <a:latin typeface="+mn-lt"/>
                <a:ea typeface="+mn-ea"/>
                <a:cs typeface="+mn-cs"/>
              </a:defRPr>
            </a:lvl1pPr>
          </a:lstStyle>
          <a:p>
            <a:pPr lvl="0">
              <a:buNone/>
            </a:pPr>
            <a:r>
              <a:rPr lang="en-US"/>
              <a:t>Add tracker</a:t>
            </a:r>
          </a:p>
        </p:txBody>
      </p:sp>
      <p:pic>
        <p:nvPicPr>
          <p:cNvPr id="7" name="Picture 2" descr="Intelliplan - rekryteringsinstitutet.se">
            <a:extLst>
              <a:ext uri="{FF2B5EF4-FFF2-40B4-BE49-F238E27FC236}">
                <a16:creationId xmlns:a16="http://schemas.microsoft.com/office/drawing/2014/main" id="{BDBC1539-7CCC-E419-3EB1-E6079842288D}"/>
              </a:ext>
            </a:extLst>
          </p:cNvPr>
          <p:cNvPicPr>
            <a:picLocks noChangeAspect="1" noChangeArrowheads="1"/>
          </p:cNvPicPr>
          <p:nvPr userDrawn="1"/>
        </p:nvPicPr>
        <p:blipFill>
          <a:blip r:embed="rId12">
            <a:extLst>
              <a:ext uri="{BEBA8EAE-BF5A-486C-A8C5-ECC9F3942E4B}">
                <a14:imgProps xmlns:a14="http://schemas.microsoft.com/office/drawing/2010/main">
                  <a14:imgLayer r:embed="rId1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770613" y="6405794"/>
            <a:ext cx="541912" cy="2876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657334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Contrast 1/3">
    <p:bg>
      <p:bgPr>
        <a:solidFill>
          <a:schemeClr val="tx1"/>
        </a:solidFill>
        <a:effectLst/>
      </p:bgPr>
    </p:bg>
    <p:spTree>
      <p:nvGrpSpPr>
        <p:cNvPr id="1" name=""/>
        <p:cNvGrpSpPr/>
        <p:nvPr/>
      </p:nvGrpSpPr>
      <p:grpSpPr>
        <a:xfrm>
          <a:off x="0" y="0"/>
          <a:ext cx="0" cy="0"/>
          <a:chOff x="0" y="0"/>
          <a:chExt cx="0" cy="0"/>
        </a:xfrm>
      </p:grpSpPr>
      <p:graphicFrame>
        <p:nvGraphicFramePr>
          <p:cNvPr id="4" name="Object 2" hidden="1">
            <a:extLst>
              <a:ext uri="{FF2B5EF4-FFF2-40B4-BE49-F238E27FC236}">
                <a16:creationId xmlns:a16="http://schemas.microsoft.com/office/drawing/2014/main" id="{D6AD2A36-39D2-411F-97A0-A924098965AA}"/>
              </a:ext>
            </a:extLst>
          </p:cNvPr>
          <p:cNvGraphicFramePr>
            <a:graphicFrameLocks noChangeAspect="1"/>
          </p:cNvGraphicFramePr>
          <p:nvPr userDrawn="1">
            <p:custDataLst>
              <p:tags r:id="rId1"/>
            </p:custDataLst>
            <p:extLst>
              <p:ext uri="{D42A27DB-BD31-4B8C-83A1-F6EECF244321}">
                <p14:modId xmlns:p14="http://schemas.microsoft.com/office/powerpoint/2010/main" val="896825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4" name="Object 2" hidden="1">
                        <a:extLst>
                          <a:ext uri="{FF2B5EF4-FFF2-40B4-BE49-F238E27FC236}">
                            <a16:creationId xmlns:a16="http://schemas.microsoft.com/office/drawing/2014/main" id="{D6AD2A36-39D2-411F-97A0-A924098965AA}"/>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16FA1A46-CC63-4D80-904D-B75922926F0D}"/>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mn-lt"/>
              <a:ea typeface="+mn-ea"/>
              <a:cs typeface="+mn-cs"/>
              <a:sym typeface="Arial" panose="020B0604020202020204" pitchFamily="34" charset="0"/>
            </a:endParaRPr>
          </a:p>
        </p:txBody>
      </p:sp>
      <p:sp>
        <p:nvSpPr>
          <p:cNvPr id="6" name="RectangleDark">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4364736" y="0"/>
            <a:ext cx="7827264"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chemeClr val="bg2"/>
              </a:solidFill>
              <a:latin typeface="+mn-lt"/>
              <a:ea typeface="+mn-ea"/>
              <a:cs typeface="+mn-cs"/>
            </a:endParaRP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chemeClr val="tx1"/>
                </a:solidFill>
                <a:latin typeface="+mn-lt"/>
                <a:ea typeface="+mn-ea"/>
                <a:cs typeface="+mn-cs"/>
              </a:rPr>
              <a:pPr algn="r" defTabSz="610744" rtl="0" fontAlgn="auto">
                <a:spcBef>
                  <a:spcPts val="0"/>
                </a:spcBef>
                <a:spcAft>
                  <a:spcPts val="0"/>
                </a:spcAft>
                <a:defRPr/>
              </a:pPr>
              <a:t>‹#›</a:t>
            </a:fld>
            <a:endParaRPr lang="en-US" sz="900">
              <a:solidFill>
                <a:schemeClr val="tx1"/>
              </a:solidFill>
              <a:latin typeface="+mn-lt"/>
              <a:ea typeface="+mn-ea"/>
              <a:cs typeface="+mn-cs"/>
            </a:endParaRPr>
          </a:p>
        </p:txBody>
      </p:sp>
      <p:sp>
        <p:nvSpPr>
          <p:cNvPr id="20" name="2. Slide Title">
            <a:extLst>
              <a:ext uri="{FF2B5EF4-FFF2-40B4-BE49-F238E27FC236}">
                <a16:creationId xmlns:a16="http://schemas.microsoft.com/office/drawing/2014/main" id="{F2EA5A09-84EC-4368-8C76-0BEA141A4333}"/>
              </a:ext>
            </a:extLst>
          </p:cNvPr>
          <p:cNvSpPr>
            <a:spLocks noGrp="1"/>
          </p:cNvSpPr>
          <p:nvPr>
            <p:ph type="title"/>
            <p:custDataLst>
              <p:tags r:id="rId5"/>
            </p:custDataLst>
          </p:nvPr>
        </p:nvSpPr>
        <p:spPr>
          <a:xfrm>
            <a:off x="554736" y="2744369"/>
            <a:ext cx="3465576" cy="769441"/>
          </a:xfrm>
          <a:prstGeom prst="rect">
            <a:avLst/>
          </a:prstGeom>
        </p:spPr>
        <p:txBody>
          <a:bodyPr vert="horz" wrap="square" anchor="b">
            <a:noAutofit/>
          </a:bodyPr>
          <a:lstStyle>
            <a:lvl1pPr algn="l" rtl="0">
              <a:defRPr>
                <a:solidFill>
                  <a:schemeClr val="bg2"/>
                </a:solidFill>
                <a:latin typeface="+mj-lt"/>
                <a:ea typeface="+mj-ea"/>
                <a:cs typeface="+mj-cs"/>
              </a:defRPr>
            </a:lvl1pPr>
          </a:lstStyle>
          <a:p>
            <a:r>
              <a:rPr lang="en-US"/>
              <a:t>Click to edit Master title style</a:t>
            </a:r>
          </a:p>
        </p:txBody>
      </p:sp>
      <p:sp>
        <p:nvSpPr>
          <p:cNvPr id="21" name="3. Subtitle">
            <a:extLst>
              <a:ext uri="{FF2B5EF4-FFF2-40B4-BE49-F238E27FC236}">
                <a16:creationId xmlns:a16="http://schemas.microsoft.com/office/drawing/2014/main" id="{4BAE0A91-D3D3-4C9A-9F81-3C13D960A341}"/>
              </a:ext>
            </a:extLst>
          </p:cNvPr>
          <p:cNvSpPr>
            <a:spLocks noGrp="1"/>
          </p:cNvSpPr>
          <p:nvPr>
            <p:ph type="subTitle" idx="1"/>
            <p:custDataLst>
              <p:tags r:id="rId6"/>
            </p:custDataLst>
          </p:nvPr>
        </p:nvSpPr>
        <p:spPr>
          <a:xfrm>
            <a:off x="554735" y="3659644"/>
            <a:ext cx="3465575" cy="246221"/>
          </a:xfrm>
          <a:prstGeom prst="rect">
            <a:avLst/>
          </a:prstGeom>
        </p:spPr>
        <p:txBody>
          <a:bodyPr wrap="square">
            <a:spAutoFit/>
          </a:bodyPr>
          <a:lstStyle>
            <a:lvl1pPr marL="0" indent="0" algn="l" rtl="0">
              <a:buNone/>
              <a:defRPr sz="1600" b="0" baseline="0">
                <a:solidFill>
                  <a:schemeClr val="bg2"/>
                </a:solidFill>
                <a:latin typeface="+mn-lt"/>
                <a:ea typeface="+mn-ea"/>
                <a:cs typeface="+mn-cs"/>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15" name="5. Source" hidden="1">
            <a:extLst>
              <a:ext uri="{FF2B5EF4-FFF2-40B4-BE49-F238E27FC236}">
                <a16:creationId xmlns:a16="http://schemas.microsoft.com/office/drawing/2014/main" id="{6BA86AD8-0ECF-4EA8-B346-D8EA2716E80C}"/>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solidFill>
                  <a:schemeClr val="bg2"/>
                </a:solidFill>
                <a:latin typeface="+mn-lt"/>
                <a:ea typeface="+mn-ea"/>
                <a:cs typeface="+mn-cs"/>
              </a:rPr>
              <a:t>Source: …</a:t>
            </a:r>
          </a:p>
        </p:txBody>
      </p:sp>
      <p:sp>
        <p:nvSpPr>
          <p:cNvPr id="10" name="1. On-page tracker">
            <a:extLst>
              <a:ext uri="{FF2B5EF4-FFF2-40B4-BE49-F238E27FC236}">
                <a16:creationId xmlns:a16="http://schemas.microsoft.com/office/drawing/2014/main" id="{2635D98B-97DC-4A80-82A3-A8B3C701B736}"/>
              </a:ext>
            </a:extLst>
          </p:cNvPr>
          <p:cNvSpPr>
            <a:spLocks noGrp="1"/>
          </p:cNvSpPr>
          <p:nvPr>
            <p:ph type="body" sz="quarter" idx="10" hasCustomPrompt="1"/>
            <p:custDataLst>
              <p:tags r:id="rId8"/>
            </p:custDataLst>
          </p:nvPr>
        </p:nvSpPr>
        <p:spPr>
          <a:xfrm>
            <a:off x="554735" y="41597"/>
            <a:ext cx="3465575" cy="123111"/>
          </a:xfrm>
          <a:prstGeom prst="rect">
            <a:avLst/>
          </a:prstGeom>
          <a:ln w="6350">
            <a:noFill/>
            <a:miter lim="800000"/>
          </a:ln>
        </p:spPr>
        <p:txBody>
          <a:bodyPr vert="horz" wrap="square" lIns="0" tIns="0" rIns="0" bIns="0" rtlCol="0">
            <a:spAutoFit/>
          </a:bodyPr>
          <a:lstStyle>
            <a:lvl1pPr rtl="0">
              <a:defRPr lang="en-US" sz="800" b="0" dirty="0">
                <a:solidFill>
                  <a:schemeClr val="bg2"/>
                </a:solidFill>
                <a:latin typeface="+mn-lt"/>
                <a:ea typeface="+mn-ea"/>
                <a:cs typeface="+mn-cs"/>
              </a:defRPr>
            </a:lvl1pPr>
          </a:lstStyle>
          <a:p>
            <a:pPr lvl="0">
              <a:buNone/>
            </a:pPr>
            <a:r>
              <a:rPr lang="en-US"/>
              <a:t>Add tracker</a:t>
            </a:r>
          </a:p>
        </p:txBody>
      </p:sp>
      <p:pic>
        <p:nvPicPr>
          <p:cNvPr id="7" name="Picture 2" descr="Intelliplan - rekryteringsinstitutet.se">
            <a:extLst>
              <a:ext uri="{FF2B5EF4-FFF2-40B4-BE49-F238E27FC236}">
                <a16:creationId xmlns:a16="http://schemas.microsoft.com/office/drawing/2014/main" id="{DB798254-D27F-4E5B-3FE5-DA3AC8047C74}"/>
              </a:ext>
            </a:extLst>
          </p:cNvPr>
          <p:cNvPicPr>
            <a:picLocks noChangeAspect="1" noChangeArrowheads="1"/>
          </p:cNvPicPr>
          <p:nvPr userDrawn="1"/>
        </p:nvPicPr>
        <p:blipFill>
          <a:blip r:embed="rId12">
            <a:extLst>
              <a:ext uri="{BEBA8EAE-BF5A-486C-A8C5-ECC9F3942E4B}">
                <a14:imgProps xmlns:a14="http://schemas.microsoft.com/office/drawing/2010/main">
                  <a14:imgLayer r:embed="rId1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770613" y="6405794"/>
            <a:ext cx="541912" cy="2876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88904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Contrast 1/2">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F17EEF9-3DB9-4A02-BE2D-DE37DFD2B16E}"/>
              </a:ext>
            </a:extLst>
          </p:cNvPr>
          <p:cNvGraphicFramePr>
            <a:graphicFrameLocks noChangeAspect="1"/>
          </p:cNvGraphicFramePr>
          <p:nvPr userDrawn="1">
            <p:custDataLst>
              <p:tags r:id="rId1"/>
            </p:custDataLst>
            <p:extLst>
              <p:ext uri="{D42A27DB-BD31-4B8C-83A1-F6EECF244321}">
                <p14:modId xmlns:p14="http://schemas.microsoft.com/office/powerpoint/2010/main" val="26182746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592" imgH="591" progId="TCLayout.ActiveDocument.1">
                  <p:embed/>
                </p:oleObj>
              </mc:Choice>
              <mc:Fallback>
                <p:oleObj name="think-cell Slide" r:id="rId10" imgW="592" imgH="591" progId="TCLayout.ActiveDocument.1">
                  <p:embed/>
                  <p:pic>
                    <p:nvPicPr>
                      <p:cNvPr id="3" name="Object 2" hidden="1">
                        <a:extLst>
                          <a:ext uri="{FF2B5EF4-FFF2-40B4-BE49-F238E27FC236}">
                            <a16:creationId xmlns:a16="http://schemas.microsoft.com/office/drawing/2014/main" id="{CF17EEF9-3DB9-4A02-BE2D-DE37DFD2B16E}"/>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8F6D83EC-F243-46BA-8827-531E63D39DA3}"/>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mn-lt"/>
              <a:ea typeface="+mn-ea"/>
              <a:cs typeface="+mn-cs"/>
              <a:sym typeface="Arial" panose="020B0604020202020204" pitchFamily="34"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rgbClr val="F0F0F0"/>
              </a:solidFill>
              <a:latin typeface="+mn-lt"/>
              <a:ea typeface="+mn-ea"/>
              <a:cs typeface="+mn-cs"/>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chemeClr val="tx1"/>
                </a:solidFill>
                <a:latin typeface="+mn-lt"/>
                <a:ea typeface="+mn-ea"/>
                <a:cs typeface="+mn-cs"/>
              </a:rPr>
              <a:pPr algn="r" defTabSz="610744" rtl="0" fontAlgn="auto">
                <a:spcBef>
                  <a:spcPts val="0"/>
                </a:spcBef>
                <a:spcAft>
                  <a:spcPts val="0"/>
                </a:spcAft>
                <a:defRPr/>
              </a:pPr>
              <a:t>‹#›</a:t>
            </a:fld>
            <a:endParaRPr lang="en-US" sz="900">
              <a:solidFill>
                <a:schemeClr val="tx1"/>
              </a:solidFill>
              <a:latin typeface="+mn-lt"/>
              <a:ea typeface="+mn-ea"/>
              <a:cs typeface="+mn-cs"/>
            </a:endParaRPr>
          </a:p>
        </p:txBody>
      </p:sp>
      <p:sp>
        <p:nvSpPr>
          <p:cNvPr id="20" name="2. Slide Title">
            <a:extLst>
              <a:ext uri="{FF2B5EF4-FFF2-40B4-BE49-F238E27FC236}">
                <a16:creationId xmlns:a16="http://schemas.microsoft.com/office/drawing/2014/main" id="{80B9914A-DB55-4BC1-945B-6BCB69651471}"/>
              </a:ext>
            </a:extLst>
          </p:cNvPr>
          <p:cNvSpPr>
            <a:spLocks noGrp="1"/>
          </p:cNvSpPr>
          <p:nvPr>
            <p:ph type="title"/>
            <p:custDataLst>
              <p:tags r:id="rId5"/>
            </p:custDataLst>
          </p:nvPr>
        </p:nvSpPr>
        <p:spPr>
          <a:xfrm>
            <a:off x="554736" y="172212"/>
            <a:ext cx="5065776" cy="731520"/>
          </a:xfrm>
        </p:spPr>
        <p:txBody>
          <a:bodyPr vert="horz"/>
          <a:lstStyle>
            <a:lvl1pPr rtl="0">
              <a:defRPr>
                <a:solidFill>
                  <a:schemeClr val="bg2"/>
                </a:solidFill>
                <a:latin typeface="+mj-lt"/>
                <a:ea typeface="+mj-ea"/>
                <a:cs typeface="+mj-cs"/>
              </a:defRPr>
            </a:lvl1pPr>
          </a:lstStyle>
          <a:p>
            <a:r>
              <a:rPr lang="en-US"/>
              <a:t>Click to edit Master title style</a:t>
            </a:r>
          </a:p>
        </p:txBody>
      </p:sp>
      <p:sp>
        <p:nvSpPr>
          <p:cNvPr id="21" name="3. Subtitle">
            <a:extLst>
              <a:ext uri="{FF2B5EF4-FFF2-40B4-BE49-F238E27FC236}">
                <a16:creationId xmlns:a16="http://schemas.microsoft.com/office/drawing/2014/main" id="{DFAFB1F1-9351-4B71-8B28-70BD6B35E3B1}"/>
              </a:ext>
            </a:extLst>
          </p:cNvPr>
          <p:cNvSpPr>
            <a:spLocks noGrp="1"/>
          </p:cNvSpPr>
          <p:nvPr>
            <p:ph type="subTitle" idx="1"/>
            <p:custDataLst>
              <p:tags r:id="rId6"/>
            </p:custDataLst>
          </p:nvPr>
        </p:nvSpPr>
        <p:spPr>
          <a:xfrm>
            <a:off x="554736" y="919250"/>
            <a:ext cx="5065776" cy="246221"/>
          </a:xfrm>
          <a:prstGeom prst="rect">
            <a:avLst/>
          </a:prstGeom>
        </p:spPr>
        <p:txBody>
          <a:bodyPr wrap="square">
            <a:spAutoFit/>
          </a:bodyPr>
          <a:lstStyle>
            <a:lvl1pPr marL="0" indent="0" algn="l" rtl="0">
              <a:buNone/>
              <a:defRPr sz="1600" b="0" baseline="0">
                <a:solidFill>
                  <a:schemeClr val="bg2"/>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9" name="5. Source" hidden="1">
            <a:extLst>
              <a:ext uri="{FF2B5EF4-FFF2-40B4-BE49-F238E27FC236}">
                <a16:creationId xmlns:a16="http://schemas.microsoft.com/office/drawing/2014/main" id="{4F4B7457-0497-46CF-9E9B-69EB8E74CC15}"/>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solidFill>
                  <a:schemeClr val="bg2"/>
                </a:solidFill>
                <a:latin typeface="+mn-lt"/>
                <a:ea typeface="+mn-ea"/>
                <a:cs typeface="+mn-cs"/>
              </a:rPr>
              <a:t>Source: …</a:t>
            </a:r>
          </a:p>
        </p:txBody>
      </p:sp>
      <p:sp>
        <p:nvSpPr>
          <p:cNvPr id="10" name="1. On-page tracker">
            <a:extLst>
              <a:ext uri="{FF2B5EF4-FFF2-40B4-BE49-F238E27FC236}">
                <a16:creationId xmlns:a16="http://schemas.microsoft.com/office/drawing/2014/main" id="{A6404B0A-A2B8-4CC0-AACE-22B9A9D22DC4}"/>
              </a:ext>
            </a:extLst>
          </p:cNvPr>
          <p:cNvSpPr>
            <a:spLocks noGrp="1"/>
          </p:cNvSpPr>
          <p:nvPr>
            <p:ph type="body" sz="quarter" idx="10" hasCustomPrompt="1"/>
            <p:custDataLst>
              <p:tags r:id="rId8"/>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solidFill>
                  <a:schemeClr val="bg2"/>
                </a:solidFill>
                <a:latin typeface="+mn-lt"/>
                <a:ea typeface="+mn-ea"/>
                <a:cs typeface="+mn-cs"/>
              </a:defRPr>
            </a:lvl1pPr>
          </a:lstStyle>
          <a:p>
            <a:pPr lvl="0">
              <a:buNone/>
            </a:pPr>
            <a:r>
              <a:rPr lang="en-US"/>
              <a:t>Add tracker</a:t>
            </a:r>
          </a:p>
        </p:txBody>
      </p:sp>
      <p:pic>
        <p:nvPicPr>
          <p:cNvPr id="6" name="Picture 2" descr="Intelliplan - rekryteringsinstitutet.se">
            <a:extLst>
              <a:ext uri="{FF2B5EF4-FFF2-40B4-BE49-F238E27FC236}">
                <a16:creationId xmlns:a16="http://schemas.microsoft.com/office/drawing/2014/main" id="{5D76D962-570C-7FD1-8EE8-6CDB1A119D16}"/>
              </a:ext>
            </a:extLst>
          </p:cNvPr>
          <p:cNvPicPr>
            <a:picLocks noChangeAspect="1" noChangeArrowheads="1"/>
          </p:cNvPicPr>
          <p:nvPr userDrawn="1"/>
        </p:nvPicPr>
        <p:blipFill>
          <a:blip r:embed="rId12">
            <a:extLst>
              <a:ext uri="{BEBA8EAE-BF5A-486C-A8C5-ECC9F3942E4B}">
                <a14:imgProps xmlns:a14="http://schemas.microsoft.com/office/drawing/2010/main">
                  <a14:imgLayer r:embed="rId1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770613" y="6405794"/>
            <a:ext cx="541912" cy="2876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86924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ontrast 2/3">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CB55F70-6D9A-415C-82BE-CBDB3A3541E6}"/>
              </a:ext>
            </a:extLst>
          </p:cNvPr>
          <p:cNvGraphicFramePr>
            <a:graphicFrameLocks noChangeAspect="1"/>
          </p:cNvGraphicFramePr>
          <p:nvPr userDrawn="1">
            <p:custDataLst>
              <p:tags r:id="rId1"/>
            </p:custDataLst>
            <p:extLst>
              <p:ext uri="{D42A27DB-BD31-4B8C-83A1-F6EECF244321}">
                <p14:modId xmlns:p14="http://schemas.microsoft.com/office/powerpoint/2010/main" val="26335722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FCB55F70-6D9A-415C-82BE-CBDB3A3541E6}"/>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C7B8DBD3-5ABF-4E0A-9F2E-53C58888D156}"/>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mn-lt"/>
              <a:ea typeface="+mn-ea"/>
              <a:cs typeface="+mn-cs"/>
              <a:sym typeface="Arial" panose="020B0604020202020204" pitchFamily="34" charset="0"/>
            </a:endParaRPr>
          </a:p>
        </p:txBody>
      </p:sp>
      <p:sp>
        <p:nvSpPr>
          <p:cNvPr id="20" name="2. Slide Title">
            <a:extLst>
              <a:ext uri="{FF2B5EF4-FFF2-40B4-BE49-F238E27FC236}">
                <a16:creationId xmlns:a16="http://schemas.microsoft.com/office/drawing/2014/main" id="{E1D61C74-F3E2-42EF-998D-BEC7B3EBD0BC}"/>
              </a:ext>
            </a:extLst>
          </p:cNvPr>
          <p:cNvSpPr>
            <a:spLocks noGrp="1"/>
          </p:cNvSpPr>
          <p:nvPr>
            <p:ph type="title"/>
            <p:custDataLst>
              <p:tags r:id="rId3"/>
            </p:custDataLst>
          </p:nvPr>
        </p:nvSpPr>
        <p:spPr>
          <a:xfrm>
            <a:off x="554736" y="172212"/>
            <a:ext cx="6967728" cy="731520"/>
          </a:xfrm>
        </p:spPr>
        <p:txBody>
          <a:bodyPr vert="horz"/>
          <a:lstStyle>
            <a:lvl1pPr rtl="0">
              <a:defRPr>
                <a:solidFill>
                  <a:schemeClr val="bg2"/>
                </a:solidFill>
                <a:latin typeface="+mj-lt"/>
                <a:ea typeface="+mj-ea"/>
                <a:cs typeface="+mj-cs"/>
              </a:defRPr>
            </a:lvl1pPr>
          </a:lstStyle>
          <a:p>
            <a:r>
              <a:rPr lang="en-US"/>
              <a:t>Click to edit Master title style</a:t>
            </a: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4"/>
            </p:custDataLst>
          </p:nvPr>
        </p:nvSpPr>
        <p:spPr bwMode="ltGray">
          <a:xfrm>
            <a:off x="7830312" y="0"/>
            <a:ext cx="436168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rgbClr val="F0F0F0"/>
              </a:solidFill>
              <a:latin typeface="+mn-lt"/>
              <a:ea typeface="+mn-ea"/>
              <a:cs typeface="+mn-cs"/>
            </a:endParaRP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chemeClr val="tx1"/>
                </a:solidFill>
                <a:latin typeface="+mn-lt"/>
                <a:ea typeface="+mn-ea"/>
                <a:cs typeface="+mn-cs"/>
              </a:rPr>
              <a:pPr algn="r" defTabSz="610744" rtl="0" fontAlgn="auto">
                <a:spcBef>
                  <a:spcPts val="0"/>
                </a:spcBef>
                <a:spcAft>
                  <a:spcPts val="0"/>
                </a:spcAft>
                <a:defRPr/>
              </a:pPr>
              <a:t>‹#›</a:t>
            </a:fld>
            <a:endParaRPr lang="en-US" sz="900">
              <a:solidFill>
                <a:schemeClr val="tx1"/>
              </a:solidFill>
              <a:latin typeface="+mn-lt"/>
              <a:ea typeface="+mn-ea"/>
              <a:cs typeface="+mn-cs"/>
            </a:endParaRPr>
          </a:p>
        </p:txBody>
      </p:sp>
      <p:sp>
        <p:nvSpPr>
          <p:cNvPr id="21" name="3. Subtitle">
            <a:extLst>
              <a:ext uri="{FF2B5EF4-FFF2-40B4-BE49-F238E27FC236}">
                <a16:creationId xmlns:a16="http://schemas.microsoft.com/office/drawing/2014/main" id="{48CA3F7F-79C3-4776-BD80-2B6BECA0AF60}"/>
              </a:ext>
            </a:extLst>
          </p:cNvPr>
          <p:cNvSpPr>
            <a:spLocks noGrp="1"/>
          </p:cNvSpPr>
          <p:nvPr>
            <p:ph type="subTitle" idx="1"/>
            <p:custDataLst>
              <p:tags r:id="rId6"/>
            </p:custDataLst>
          </p:nvPr>
        </p:nvSpPr>
        <p:spPr>
          <a:xfrm>
            <a:off x="554736" y="919250"/>
            <a:ext cx="6967728" cy="246221"/>
          </a:xfrm>
          <a:prstGeom prst="rect">
            <a:avLst/>
          </a:prstGeom>
        </p:spPr>
        <p:txBody>
          <a:bodyPr wrap="square">
            <a:spAutoFit/>
          </a:bodyPr>
          <a:lstStyle>
            <a:lvl1pPr marL="0" indent="0" algn="l" rtl="0">
              <a:buNone/>
              <a:defRPr sz="1600" b="0" baseline="0">
                <a:solidFill>
                  <a:schemeClr val="bg2"/>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8" name="5. Source" hidden="1">
            <a:extLst>
              <a:ext uri="{FF2B5EF4-FFF2-40B4-BE49-F238E27FC236}">
                <a16:creationId xmlns:a16="http://schemas.microsoft.com/office/drawing/2014/main" id="{143701BF-655B-4E75-9AF7-14445CDB19BD}"/>
              </a:ext>
            </a:extLst>
          </p:cNvPr>
          <p:cNvSpPr txBox="1"/>
          <p:nvPr userDrawn="1">
            <p:custDataLst>
              <p:tags r:id="rId7"/>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solidFill>
                  <a:schemeClr val="bg2"/>
                </a:solidFill>
                <a:latin typeface="+mn-lt"/>
                <a:ea typeface="+mn-ea"/>
                <a:cs typeface="+mn-cs"/>
              </a:rPr>
              <a:t>Source: …</a:t>
            </a:r>
          </a:p>
        </p:txBody>
      </p:sp>
      <p:sp>
        <p:nvSpPr>
          <p:cNvPr id="10" name="1. On-page tracker">
            <a:extLst>
              <a:ext uri="{FF2B5EF4-FFF2-40B4-BE49-F238E27FC236}">
                <a16:creationId xmlns:a16="http://schemas.microsoft.com/office/drawing/2014/main" id="{6F53EF37-F1B6-47E2-A119-A2386F59B295}"/>
              </a:ext>
            </a:extLst>
          </p:cNvPr>
          <p:cNvSpPr>
            <a:spLocks noGrp="1"/>
          </p:cNvSpPr>
          <p:nvPr>
            <p:ph type="body" sz="quarter" idx="10" hasCustomPrompt="1"/>
            <p:custDataLst>
              <p:tags r:id="rId8"/>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solidFill>
                  <a:schemeClr val="bg2"/>
                </a:solidFill>
                <a:latin typeface="+mn-lt"/>
                <a:ea typeface="+mn-ea"/>
                <a:cs typeface="+mn-cs"/>
              </a:defRPr>
            </a:lvl1pPr>
          </a:lstStyle>
          <a:p>
            <a:pPr lvl="0">
              <a:buNone/>
            </a:pPr>
            <a:r>
              <a:rPr lang="en-US"/>
              <a:t>Add tracker</a:t>
            </a:r>
          </a:p>
        </p:txBody>
      </p:sp>
      <p:pic>
        <p:nvPicPr>
          <p:cNvPr id="6" name="Picture 2" descr="Intelliplan - rekryteringsinstitutet.se">
            <a:extLst>
              <a:ext uri="{FF2B5EF4-FFF2-40B4-BE49-F238E27FC236}">
                <a16:creationId xmlns:a16="http://schemas.microsoft.com/office/drawing/2014/main" id="{57F1CED0-0A6D-0BC0-E18A-E039D7C9A99B}"/>
              </a:ext>
            </a:extLst>
          </p:cNvPr>
          <p:cNvPicPr>
            <a:picLocks noChangeAspect="1" noChangeArrowheads="1"/>
          </p:cNvPicPr>
          <p:nvPr userDrawn="1"/>
        </p:nvPicPr>
        <p:blipFill>
          <a:blip r:embed="rId12">
            <a:extLst>
              <a:ext uri="{BEBA8EAE-BF5A-486C-A8C5-ECC9F3942E4B}">
                <a14:imgProps xmlns:a14="http://schemas.microsoft.com/office/drawing/2010/main">
                  <a14:imgLayer r:embed="rId1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770613" y="6405794"/>
            <a:ext cx="541912" cy="2876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37516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ontrast 3/4">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B19533A-7C36-4239-BCB1-336E4EF4EA93}"/>
              </a:ext>
            </a:extLst>
          </p:cNvPr>
          <p:cNvGraphicFramePr>
            <a:graphicFrameLocks noChangeAspect="1"/>
          </p:cNvGraphicFramePr>
          <p:nvPr userDrawn="1">
            <p:custDataLst>
              <p:tags r:id="rId1"/>
            </p:custDataLst>
            <p:extLst>
              <p:ext uri="{D42A27DB-BD31-4B8C-83A1-F6EECF244321}">
                <p14:modId xmlns:p14="http://schemas.microsoft.com/office/powerpoint/2010/main" val="41343508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73" imgH="473" progId="TCLayout.ActiveDocument.1">
                  <p:embed/>
                </p:oleObj>
              </mc:Choice>
              <mc:Fallback>
                <p:oleObj name="think-cell Slide" r:id="rId10" imgW="473" imgH="473" progId="TCLayout.ActiveDocument.1">
                  <p:embed/>
                  <p:pic>
                    <p:nvPicPr>
                      <p:cNvPr id="3" name="Object 2" hidden="1">
                        <a:extLst>
                          <a:ext uri="{FF2B5EF4-FFF2-40B4-BE49-F238E27FC236}">
                            <a16:creationId xmlns:a16="http://schemas.microsoft.com/office/drawing/2014/main" id="{3B19533A-7C36-4239-BCB1-336E4EF4EA93}"/>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F05418DB-2F6D-4E1E-889F-DE7C7630E9DF}"/>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mn-lt"/>
              <a:ea typeface="+mn-ea"/>
              <a:cs typeface="+mn-cs"/>
              <a:sym typeface="Arial" panose="020B0604020202020204" pitchFamily="34" charset="0"/>
            </a:endParaRPr>
          </a:p>
        </p:txBody>
      </p:sp>
      <p:sp>
        <p:nvSpPr>
          <p:cNvPr id="22" name="RectangleLight">
            <a:extLst>
              <a:ext uri="{FF2B5EF4-FFF2-40B4-BE49-F238E27FC236}">
                <a16:creationId xmlns:a16="http://schemas.microsoft.com/office/drawing/2014/main" id="{65BA59B8-E166-40EF-A08B-73C27149A153}"/>
              </a:ext>
            </a:extLst>
          </p:cNvPr>
          <p:cNvSpPr/>
          <p:nvPr userDrawn="1">
            <p:custDataLst>
              <p:tags r:id="rId3"/>
            </p:custDataLst>
          </p:nvPr>
        </p:nvSpPr>
        <p:spPr bwMode="ltGray">
          <a:xfrm>
            <a:off x="8781416" y="0"/>
            <a:ext cx="3410584"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mn-lt"/>
              <a:ea typeface="+mn-ea"/>
              <a:cs typeface="+mn-cs"/>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chemeClr val="tx1"/>
                </a:solidFill>
                <a:effectLst/>
                <a:uLnTx/>
                <a:uFillTx/>
                <a:latin typeface="+mn-lt"/>
                <a:ea typeface="+mn-ea"/>
                <a:cs typeface="+mn-cs"/>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chemeClr val="tx1"/>
              </a:solidFill>
              <a:effectLst/>
              <a:uLnTx/>
              <a:uFillTx/>
              <a:latin typeface="+mn-lt"/>
              <a:ea typeface="+mn-ea"/>
              <a:cs typeface="+mn-cs"/>
            </a:endParaRPr>
          </a:p>
        </p:txBody>
      </p:sp>
      <p:sp>
        <p:nvSpPr>
          <p:cNvPr id="20" name="2. Slide Title">
            <a:extLst>
              <a:ext uri="{FF2B5EF4-FFF2-40B4-BE49-F238E27FC236}">
                <a16:creationId xmlns:a16="http://schemas.microsoft.com/office/drawing/2014/main" id="{80B9914A-DB55-4BC1-945B-6BCB69651471}"/>
              </a:ext>
            </a:extLst>
          </p:cNvPr>
          <p:cNvSpPr>
            <a:spLocks noGrp="1"/>
          </p:cNvSpPr>
          <p:nvPr>
            <p:ph type="title"/>
            <p:custDataLst>
              <p:tags r:id="rId5"/>
            </p:custDataLst>
          </p:nvPr>
        </p:nvSpPr>
        <p:spPr>
          <a:xfrm>
            <a:off x="554736" y="172212"/>
            <a:ext cx="7918704" cy="731520"/>
          </a:xfrm>
        </p:spPr>
        <p:txBody>
          <a:bodyPr vert="horz"/>
          <a:lstStyle>
            <a:lvl1pPr rtl="0">
              <a:defRPr>
                <a:solidFill>
                  <a:schemeClr val="bg2"/>
                </a:solidFill>
                <a:latin typeface="+mj-lt"/>
                <a:ea typeface="+mj-ea"/>
                <a:cs typeface="+mj-cs"/>
              </a:defRPr>
            </a:lvl1pPr>
          </a:lstStyle>
          <a:p>
            <a:r>
              <a:rPr lang="en-US"/>
              <a:t>Click to edit Master title style</a:t>
            </a:r>
          </a:p>
        </p:txBody>
      </p:sp>
      <p:sp>
        <p:nvSpPr>
          <p:cNvPr id="21" name="3. Subtitle">
            <a:extLst>
              <a:ext uri="{FF2B5EF4-FFF2-40B4-BE49-F238E27FC236}">
                <a16:creationId xmlns:a16="http://schemas.microsoft.com/office/drawing/2014/main" id="{DFAFB1F1-9351-4B71-8B28-70BD6B35E3B1}"/>
              </a:ext>
            </a:extLst>
          </p:cNvPr>
          <p:cNvSpPr>
            <a:spLocks noGrp="1"/>
          </p:cNvSpPr>
          <p:nvPr>
            <p:ph type="subTitle" idx="1"/>
            <p:custDataLst>
              <p:tags r:id="rId6"/>
            </p:custDataLst>
          </p:nvPr>
        </p:nvSpPr>
        <p:spPr>
          <a:xfrm>
            <a:off x="554736" y="919250"/>
            <a:ext cx="7918704" cy="246221"/>
          </a:xfrm>
          <a:prstGeom prst="rect">
            <a:avLst/>
          </a:prstGeom>
        </p:spPr>
        <p:txBody>
          <a:bodyPr wrap="square">
            <a:spAutoFit/>
          </a:bodyPr>
          <a:lstStyle>
            <a:lvl1pPr marL="0" indent="0" algn="l" rtl="0">
              <a:buNone/>
              <a:defRPr sz="1600" b="0" baseline="0">
                <a:solidFill>
                  <a:schemeClr val="bg2"/>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9" name="5. Source" hidden="1">
            <a:extLst>
              <a:ext uri="{FF2B5EF4-FFF2-40B4-BE49-F238E27FC236}">
                <a16:creationId xmlns:a16="http://schemas.microsoft.com/office/drawing/2014/main" id="{4F4B7457-0497-46CF-9E9B-69EB8E74CC15}"/>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chemeClr val="bg2"/>
                </a:solidFill>
                <a:effectLst/>
                <a:uLnTx/>
                <a:uFillTx/>
                <a:latin typeface="+mn-lt"/>
                <a:ea typeface="+mn-ea"/>
                <a:cs typeface="+mn-cs"/>
              </a:rPr>
              <a:t>Source: …</a:t>
            </a:r>
          </a:p>
        </p:txBody>
      </p:sp>
      <p:sp>
        <p:nvSpPr>
          <p:cNvPr id="10" name="1. On-page tracker">
            <a:extLst>
              <a:ext uri="{FF2B5EF4-FFF2-40B4-BE49-F238E27FC236}">
                <a16:creationId xmlns:a16="http://schemas.microsoft.com/office/drawing/2014/main" id="{9768EECA-1A03-46B2-B9BB-3C455A3710A4}"/>
              </a:ext>
            </a:extLst>
          </p:cNvPr>
          <p:cNvSpPr>
            <a:spLocks noGrp="1"/>
          </p:cNvSpPr>
          <p:nvPr>
            <p:ph type="body" sz="quarter" idx="10" hasCustomPrompt="1"/>
            <p:custDataLst>
              <p:tags r:id="rId8"/>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solidFill>
                  <a:schemeClr val="bg2"/>
                </a:solidFill>
                <a:latin typeface="+mn-lt"/>
                <a:ea typeface="+mn-ea"/>
                <a:cs typeface="+mn-cs"/>
              </a:defRPr>
            </a:lvl1pPr>
          </a:lstStyle>
          <a:p>
            <a:pPr lvl="0">
              <a:buNone/>
            </a:pPr>
            <a:r>
              <a:rPr lang="en-US"/>
              <a:t>Add tracker</a:t>
            </a:r>
          </a:p>
        </p:txBody>
      </p:sp>
      <p:pic>
        <p:nvPicPr>
          <p:cNvPr id="6" name="Picture 2" descr="Intelliplan - rekryteringsinstitutet.se">
            <a:extLst>
              <a:ext uri="{FF2B5EF4-FFF2-40B4-BE49-F238E27FC236}">
                <a16:creationId xmlns:a16="http://schemas.microsoft.com/office/drawing/2014/main" id="{FFD30E56-64F3-B3C5-4E2D-3A3220A53226}"/>
              </a:ext>
            </a:extLst>
          </p:cNvPr>
          <p:cNvPicPr>
            <a:picLocks noChangeAspect="1" noChangeArrowheads="1"/>
          </p:cNvPicPr>
          <p:nvPr userDrawn="1"/>
        </p:nvPicPr>
        <p:blipFill>
          <a:blip r:embed="rId12">
            <a:extLst>
              <a:ext uri="{BEBA8EAE-BF5A-486C-A8C5-ECC9F3942E4B}">
                <a14:imgProps xmlns:a14="http://schemas.microsoft.com/office/drawing/2010/main">
                  <a14:imgLayer r:embed="rId1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770613" y="6405794"/>
            <a:ext cx="541912" cy="2876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08403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Reverse Contrast 1/2">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F17EEF9-3DB9-4A02-BE2D-DE37DFD2B16E}"/>
              </a:ext>
            </a:extLst>
          </p:cNvPr>
          <p:cNvGraphicFramePr>
            <a:graphicFrameLocks noChangeAspect="1"/>
          </p:cNvGraphicFramePr>
          <p:nvPr userDrawn="1">
            <p:custDataLst>
              <p:tags r:id="rId1"/>
            </p:custDataLst>
            <p:extLst>
              <p:ext uri="{D42A27DB-BD31-4B8C-83A1-F6EECF244321}">
                <p14:modId xmlns:p14="http://schemas.microsoft.com/office/powerpoint/2010/main" val="14679050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592" imgH="591" progId="TCLayout.ActiveDocument.1">
                  <p:embed/>
                </p:oleObj>
              </mc:Choice>
              <mc:Fallback>
                <p:oleObj name="think-cell Slide" r:id="rId10" imgW="592" imgH="591" progId="TCLayout.ActiveDocument.1">
                  <p:embed/>
                  <p:pic>
                    <p:nvPicPr>
                      <p:cNvPr id="3" name="Object 2" hidden="1">
                        <a:extLst>
                          <a:ext uri="{FF2B5EF4-FFF2-40B4-BE49-F238E27FC236}">
                            <a16:creationId xmlns:a16="http://schemas.microsoft.com/office/drawing/2014/main" id="{CF17EEF9-3DB9-4A02-BE2D-DE37DFD2B16E}"/>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8F6D83EC-F243-46BA-8827-531E63D39DA3}"/>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mn-lt"/>
              <a:ea typeface="+mn-ea"/>
              <a:cs typeface="+mn-cs"/>
              <a:sym typeface="Arial" panose="020B0604020202020204" pitchFamily="34"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0" y="0"/>
            <a:ext cx="609904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rgbClr val="F0F0F0"/>
              </a:solidFill>
              <a:latin typeface="+mn-lt"/>
              <a:ea typeface="+mn-ea"/>
              <a:cs typeface="+mn-cs"/>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rgbClr val="000000"/>
                </a:solidFill>
                <a:latin typeface="+mn-lt"/>
                <a:ea typeface="+mn-ea"/>
                <a:cs typeface="+mn-cs"/>
              </a:rPr>
              <a:pPr algn="r" defTabSz="610744" rtl="0" fontAlgn="auto">
                <a:spcBef>
                  <a:spcPts val="0"/>
                </a:spcBef>
                <a:spcAft>
                  <a:spcPts val="0"/>
                </a:spcAft>
                <a:defRPr/>
              </a:pPr>
              <a:t>‹#›</a:t>
            </a:fld>
            <a:endParaRPr lang="en-US" sz="900">
              <a:solidFill>
                <a:srgbClr val="000000"/>
              </a:solidFill>
              <a:latin typeface="+mn-lt"/>
              <a:ea typeface="+mn-ea"/>
              <a:cs typeface="+mn-cs"/>
            </a:endParaRPr>
          </a:p>
        </p:txBody>
      </p:sp>
      <p:sp>
        <p:nvSpPr>
          <p:cNvPr id="20" name="2. Slide Title">
            <a:extLst>
              <a:ext uri="{FF2B5EF4-FFF2-40B4-BE49-F238E27FC236}">
                <a16:creationId xmlns:a16="http://schemas.microsoft.com/office/drawing/2014/main" id="{80B9914A-DB55-4BC1-945B-6BCB69651471}"/>
              </a:ext>
            </a:extLst>
          </p:cNvPr>
          <p:cNvSpPr>
            <a:spLocks noGrp="1"/>
          </p:cNvSpPr>
          <p:nvPr>
            <p:ph type="title"/>
            <p:custDataLst>
              <p:tags r:id="rId5"/>
            </p:custDataLst>
          </p:nvPr>
        </p:nvSpPr>
        <p:spPr>
          <a:xfrm>
            <a:off x="554736" y="172212"/>
            <a:ext cx="5065776" cy="731520"/>
          </a:xfrm>
        </p:spPr>
        <p:txBody>
          <a:bodyPr vert="horz"/>
          <a:lstStyle>
            <a:lvl1pPr rtl="0">
              <a:defRPr>
                <a:solidFill>
                  <a:schemeClr val="tx1"/>
                </a:solidFill>
                <a:latin typeface="+mj-lt"/>
                <a:ea typeface="+mj-ea"/>
                <a:cs typeface="+mj-cs"/>
              </a:defRPr>
            </a:lvl1pPr>
          </a:lstStyle>
          <a:p>
            <a:r>
              <a:rPr lang="en-US"/>
              <a:t>Click to edit Master title style</a:t>
            </a:r>
          </a:p>
        </p:txBody>
      </p:sp>
      <p:sp>
        <p:nvSpPr>
          <p:cNvPr id="21" name="3. Subtitle">
            <a:extLst>
              <a:ext uri="{FF2B5EF4-FFF2-40B4-BE49-F238E27FC236}">
                <a16:creationId xmlns:a16="http://schemas.microsoft.com/office/drawing/2014/main" id="{DFAFB1F1-9351-4B71-8B28-70BD6B35E3B1}"/>
              </a:ext>
            </a:extLst>
          </p:cNvPr>
          <p:cNvSpPr>
            <a:spLocks noGrp="1"/>
          </p:cNvSpPr>
          <p:nvPr>
            <p:ph type="subTitle" idx="1"/>
            <p:custDataLst>
              <p:tags r:id="rId6"/>
            </p:custDataLst>
          </p:nvPr>
        </p:nvSpPr>
        <p:spPr>
          <a:xfrm>
            <a:off x="554736" y="919250"/>
            <a:ext cx="5065776" cy="246221"/>
          </a:xfrm>
          <a:prstGeom prst="rect">
            <a:avLst/>
          </a:prstGeom>
        </p:spPr>
        <p:txBody>
          <a:bodyPr wrap="square">
            <a:spAutoFit/>
          </a:bodyPr>
          <a:lstStyle>
            <a:lvl1pPr marL="0" indent="0" algn="l" rtl="0">
              <a:buNone/>
              <a:defRPr sz="1600" b="0" baseline="0">
                <a:solidFill>
                  <a:schemeClr val="tx1"/>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9" name="5. Source" hidden="1">
            <a:extLst>
              <a:ext uri="{FF2B5EF4-FFF2-40B4-BE49-F238E27FC236}">
                <a16:creationId xmlns:a16="http://schemas.microsoft.com/office/drawing/2014/main" id="{4F4B7457-0497-46CF-9E9B-69EB8E74CC15}"/>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solidFill>
                  <a:schemeClr val="tx1"/>
                </a:solidFill>
                <a:latin typeface="+mn-lt"/>
                <a:ea typeface="+mn-ea"/>
                <a:cs typeface="+mn-cs"/>
              </a:rPr>
              <a:t>Source: …</a:t>
            </a:r>
          </a:p>
        </p:txBody>
      </p:sp>
      <p:sp>
        <p:nvSpPr>
          <p:cNvPr id="10" name="1. On-page tracker">
            <a:extLst>
              <a:ext uri="{FF2B5EF4-FFF2-40B4-BE49-F238E27FC236}">
                <a16:creationId xmlns:a16="http://schemas.microsoft.com/office/drawing/2014/main" id="{A6404B0A-A2B8-4CC0-AACE-22B9A9D22DC4}"/>
              </a:ext>
            </a:extLst>
          </p:cNvPr>
          <p:cNvSpPr>
            <a:spLocks noGrp="1"/>
          </p:cNvSpPr>
          <p:nvPr>
            <p:ph type="body" sz="quarter" idx="10" hasCustomPrompt="1"/>
            <p:custDataLst>
              <p:tags r:id="rId8"/>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solidFill>
                  <a:schemeClr val="tx1"/>
                </a:solidFill>
                <a:latin typeface="+mn-lt"/>
                <a:ea typeface="+mn-ea"/>
                <a:cs typeface="+mn-cs"/>
              </a:defRPr>
            </a:lvl1pPr>
          </a:lstStyle>
          <a:p>
            <a:pPr lvl="0">
              <a:buNone/>
            </a:pPr>
            <a:r>
              <a:rPr lang="en-US"/>
              <a:t>Add tracker</a:t>
            </a:r>
          </a:p>
        </p:txBody>
      </p:sp>
      <p:pic>
        <p:nvPicPr>
          <p:cNvPr id="6" name="Picture 2" descr="Intelliplan - rekryteringsinstitutet.se">
            <a:extLst>
              <a:ext uri="{FF2B5EF4-FFF2-40B4-BE49-F238E27FC236}">
                <a16:creationId xmlns:a16="http://schemas.microsoft.com/office/drawing/2014/main" id="{BAFA47A1-EF1A-87B4-92FB-9C9A3FF1518E}"/>
              </a:ext>
            </a:extLst>
          </p:cNvPr>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10770613" y="6405794"/>
            <a:ext cx="541912" cy="2876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392812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Reverse Contrast 2/3">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CB55F70-6D9A-415C-82BE-CBDB3A3541E6}"/>
              </a:ext>
            </a:extLst>
          </p:cNvPr>
          <p:cNvGraphicFramePr>
            <a:graphicFrameLocks noChangeAspect="1"/>
          </p:cNvGraphicFramePr>
          <p:nvPr userDrawn="1">
            <p:custDataLst>
              <p:tags r:id="rId1"/>
            </p:custDataLst>
            <p:extLst>
              <p:ext uri="{D42A27DB-BD31-4B8C-83A1-F6EECF244321}">
                <p14:modId xmlns:p14="http://schemas.microsoft.com/office/powerpoint/2010/main" val="40853265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FCB55F70-6D9A-415C-82BE-CBDB3A3541E6}"/>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C7B8DBD3-5ABF-4E0A-9F2E-53C58888D156}"/>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mn-lt"/>
              <a:ea typeface="+mn-ea"/>
              <a:cs typeface="+mn-cs"/>
              <a:sym typeface="Arial" panose="020B0604020202020204" pitchFamily="34"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0" y="0"/>
            <a:ext cx="436168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rgbClr val="F0F0F0"/>
              </a:solidFill>
              <a:latin typeface="+mn-lt"/>
              <a:ea typeface="+mn-ea"/>
              <a:cs typeface="+mn-cs"/>
            </a:endParaRP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rgbClr val="000000"/>
                </a:solidFill>
                <a:latin typeface="+mn-lt"/>
                <a:ea typeface="+mn-ea"/>
                <a:cs typeface="+mn-cs"/>
              </a:rPr>
              <a:pPr algn="r" defTabSz="610744" rtl="0" fontAlgn="auto">
                <a:spcBef>
                  <a:spcPts val="0"/>
                </a:spcBef>
                <a:spcAft>
                  <a:spcPts val="0"/>
                </a:spcAft>
                <a:defRPr/>
              </a:pPr>
              <a:t>‹#›</a:t>
            </a:fld>
            <a:endParaRPr lang="en-US" sz="900">
              <a:solidFill>
                <a:srgbClr val="000000"/>
              </a:solidFill>
              <a:latin typeface="+mn-lt"/>
              <a:ea typeface="+mn-ea"/>
              <a:cs typeface="+mn-cs"/>
            </a:endParaRPr>
          </a:p>
        </p:txBody>
      </p:sp>
      <p:sp>
        <p:nvSpPr>
          <p:cNvPr id="18" name="5. Source" hidden="1">
            <a:extLst>
              <a:ext uri="{FF2B5EF4-FFF2-40B4-BE49-F238E27FC236}">
                <a16:creationId xmlns:a16="http://schemas.microsoft.com/office/drawing/2014/main" id="{143701BF-655B-4E75-9AF7-14445CDB19BD}"/>
              </a:ext>
            </a:extLst>
          </p:cNvPr>
          <p:cNvSpPr txBox="1"/>
          <p:nvPr userDrawn="1">
            <p:custDataLst>
              <p:tags r:id="rId5"/>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solidFill>
                  <a:schemeClr val="tx1"/>
                </a:solidFill>
                <a:latin typeface="+mn-lt"/>
                <a:ea typeface="+mn-ea"/>
                <a:cs typeface="+mn-cs"/>
              </a:rPr>
              <a:t>Source: …</a:t>
            </a:r>
          </a:p>
        </p:txBody>
      </p:sp>
      <p:sp>
        <p:nvSpPr>
          <p:cNvPr id="10" name="1. On-page tracker">
            <a:extLst>
              <a:ext uri="{FF2B5EF4-FFF2-40B4-BE49-F238E27FC236}">
                <a16:creationId xmlns:a16="http://schemas.microsoft.com/office/drawing/2014/main" id="{6F53EF37-F1B6-47E2-A119-A2386F59B295}"/>
              </a:ext>
            </a:extLst>
          </p:cNvPr>
          <p:cNvSpPr>
            <a:spLocks noGrp="1"/>
          </p:cNvSpPr>
          <p:nvPr>
            <p:ph type="body" sz="quarter" idx="10" hasCustomPrompt="1"/>
            <p:custDataLst>
              <p:tags r:id="rId6"/>
            </p:custDataLst>
          </p:nvPr>
        </p:nvSpPr>
        <p:spPr>
          <a:xfrm>
            <a:off x="554735" y="41597"/>
            <a:ext cx="3465576" cy="123111"/>
          </a:xfrm>
          <a:prstGeom prst="rect">
            <a:avLst/>
          </a:prstGeom>
          <a:ln w="6350">
            <a:noFill/>
            <a:miter lim="800000"/>
          </a:ln>
        </p:spPr>
        <p:txBody>
          <a:bodyPr vert="horz" wrap="square" lIns="0" tIns="0" rIns="0" bIns="0" rtlCol="0">
            <a:noAutofit/>
          </a:bodyPr>
          <a:lstStyle>
            <a:lvl1pPr rtl="0">
              <a:defRPr lang="en-US" sz="800" b="0" dirty="0">
                <a:solidFill>
                  <a:schemeClr val="tx1"/>
                </a:solidFill>
                <a:latin typeface="+mn-lt"/>
                <a:ea typeface="+mn-ea"/>
                <a:cs typeface="+mn-cs"/>
              </a:defRPr>
            </a:lvl1pPr>
          </a:lstStyle>
          <a:p>
            <a:pPr lvl="0">
              <a:buNone/>
            </a:pPr>
            <a:r>
              <a:rPr lang="en-US"/>
              <a:t>Add tracker</a:t>
            </a:r>
          </a:p>
        </p:txBody>
      </p:sp>
      <p:sp>
        <p:nvSpPr>
          <p:cNvPr id="11" name="2. Slide Title">
            <a:extLst>
              <a:ext uri="{FF2B5EF4-FFF2-40B4-BE49-F238E27FC236}">
                <a16:creationId xmlns:a16="http://schemas.microsoft.com/office/drawing/2014/main" id="{A2A8C6A2-26B8-46D0-B6A4-4D8C91B2772E}"/>
              </a:ext>
            </a:extLst>
          </p:cNvPr>
          <p:cNvSpPr>
            <a:spLocks noGrp="1"/>
          </p:cNvSpPr>
          <p:nvPr>
            <p:ph type="title"/>
            <p:custDataLst>
              <p:tags r:id="rId7"/>
            </p:custDataLst>
          </p:nvPr>
        </p:nvSpPr>
        <p:spPr>
          <a:xfrm>
            <a:off x="554736" y="2744369"/>
            <a:ext cx="3465576" cy="769441"/>
          </a:xfrm>
          <a:prstGeom prst="rect">
            <a:avLst/>
          </a:prstGeom>
        </p:spPr>
        <p:txBody>
          <a:bodyPr vert="horz" wrap="square" anchor="b">
            <a:noAutofit/>
          </a:bodyPr>
          <a:lstStyle>
            <a:lvl1pPr algn="l" rtl="0">
              <a:defRPr>
                <a:solidFill>
                  <a:schemeClr val="tx1"/>
                </a:solidFill>
                <a:latin typeface="+mj-lt"/>
                <a:ea typeface="+mj-ea"/>
                <a:cs typeface="+mj-cs"/>
              </a:defRPr>
            </a:lvl1pPr>
          </a:lstStyle>
          <a:p>
            <a:r>
              <a:rPr lang="en-US"/>
              <a:t>Click to edit Master title style</a:t>
            </a:r>
          </a:p>
        </p:txBody>
      </p:sp>
      <p:sp>
        <p:nvSpPr>
          <p:cNvPr id="12" name="3. Subtitle">
            <a:extLst>
              <a:ext uri="{FF2B5EF4-FFF2-40B4-BE49-F238E27FC236}">
                <a16:creationId xmlns:a16="http://schemas.microsoft.com/office/drawing/2014/main" id="{63DE0353-99BC-4322-9D9F-E3C1556B87A4}"/>
              </a:ext>
            </a:extLst>
          </p:cNvPr>
          <p:cNvSpPr>
            <a:spLocks noGrp="1"/>
          </p:cNvSpPr>
          <p:nvPr>
            <p:ph type="subTitle" idx="1"/>
            <p:custDataLst>
              <p:tags r:id="rId8"/>
            </p:custDataLst>
          </p:nvPr>
        </p:nvSpPr>
        <p:spPr>
          <a:xfrm>
            <a:off x="554734" y="3659644"/>
            <a:ext cx="3465576" cy="246221"/>
          </a:xfrm>
          <a:prstGeom prst="rect">
            <a:avLst/>
          </a:prstGeom>
        </p:spPr>
        <p:txBody>
          <a:bodyPr wrap="square">
            <a:spAutoFit/>
          </a:bodyPr>
          <a:lstStyle>
            <a:lvl1pPr marL="0" indent="0" algn="l" rtl="0">
              <a:buNone/>
              <a:defRPr sz="1600" b="0" baseline="0">
                <a:solidFill>
                  <a:schemeClr val="tx1"/>
                </a:solidFill>
                <a:latin typeface="+mn-lt"/>
                <a:ea typeface="+mn-ea"/>
                <a:cs typeface="+mn-cs"/>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pic>
        <p:nvPicPr>
          <p:cNvPr id="6" name="Picture 2" descr="Intelliplan - rekryteringsinstitutet.se">
            <a:extLst>
              <a:ext uri="{FF2B5EF4-FFF2-40B4-BE49-F238E27FC236}">
                <a16:creationId xmlns:a16="http://schemas.microsoft.com/office/drawing/2014/main" id="{57E3E9FD-FACC-120D-EEA7-39378DE5A907}"/>
              </a:ext>
            </a:extLst>
          </p:cNvPr>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10770613" y="6405794"/>
            <a:ext cx="541912" cy="2876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286773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Reverse Contrast 3/4">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B19533A-7C36-4239-BCB1-336E4EF4EA93}"/>
              </a:ext>
            </a:extLst>
          </p:cNvPr>
          <p:cNvGraphicFramePr>
            <a:graphicFrameLocks noChangeAspect="1"/>
          </p:cNvGraphicFramePr>
          <p:nvPr userDrawn="1">
            <p:custDataLst>
              <p:tags r:id="rId1"/>
            </p:custDataLst>
            <p:extLst>
              <p:ext uri="{D42A27DB-BD31-4B8C-83A1-F6EECF244321}">
                <p14:modId xmlns:p14="http://schemas.microsoft.com/office/powerpoint/2010/main" val="38065681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73" imgH="473" progId="TCLayout.ActiveDocument.1">
                  <p:embed/>
                </p:oleObj>
              </mc:Choice>
              <mc:Fallback>
                <p:oleObj name="think-cell Slide" r:id="rId10" imgW="473" imgH="473" progId="TCLayout.ActiveDocument.1">
                  <p:embed/>
                  <p:pic>
                    <p:nvPicPr>
                      <p:cNvPr id="3" name="Object 2" hidden="1">
                        <a:extLst>
                          <a:ext uri="{FF2B5EF4-FFF2-40B4-BE49-F238E27FC236}">
                            <a16:creationId xmlns:a16="http://schemas.microsoft.com/office/drawing/2014/main" id="{3B19533A-7C36-4239-BCB1-336E4EF4EA93}"/>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F05418DB-2F6D-4E1E-889F-DE7C7630E9DF}"/>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mn-lt"/>
              <a:ea typeface="+mn-ea"/>
              <a:cs typeface="+mn-cs"/>
              <a:sym typeface="Arial" panose="020B0604020202020204" pitchFamily="34" charset="0"/>
            </a:endParaRPr>
          </a:p>
        </p:txBody>
      </p:sp>
      <p:sp>
        <p:nvSpPr>
          <p:cNvPr id="22" name="RectangleLight">
            <a:extLst>
              <a:ext uri="{FF2B5EF4-FFF2-40B4-BE49-F238E27FC236}">
                <a16:creationId xmlns:a16="http://schemas.microsoft.com/office/drawing/2014/main" id="{65BA59B8-E166-40EF-A08B-73C27149A153}"/>
              </a:ext>
            </a:extLst>
          </p:cNvPr>
          <p:cNvSpPr/>
          <p:nvPr userDrawn="1">
            <p:custDataLst>
              <p:tags r:id="rId3"/>
            </p:custDataLst>
          </p:nvPr>
        </p:nvSpPr>
        <p:spPr bwMode="ltGray">
          <a:xfrm>
            <a:off x="0" y="0"/>
            <a:ext cx="3410584"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mn-lt"/>
              <a:ea typeface="+mn-ea"/>
              <a:cs typeface="+mn-cs"/>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mn-lt"/>
                <a:ea typeface="+mn-ea"/>
                <a:cs typeface="+mn-cs"/>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mn-lt"/>
              <a:ea typeface="+mn-ea"/>
              <a:cs typeface="+mn-cs"/>
            </a:endParaRPr>
          </a:p>
        </p:txBody>
      </p:sp>
      <p:sp>
        <p:nvSpPr>
          <p:cNvPr id="19" name="5. Source" hidden="1">
            <a:extLst>
              <a:ext uri="{FF2B5EF4-FFF2-40B4-BE49-F238E27FC236}">
                <a16:creationId xmlns:a16="http://schemas.microsoft.com/office/drawing/2014/main" id="{4F4B7457-0497-46CF-9E9B-69EB8E74CC15}"/>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chemeClr val="tx1"/>
                </a:solidFill>
                <a:effectLst/>
                <a:uLnTx/>
                <a:uFillTx/>
                <a:latin typeface="+mn-lt"/>
                <a:ea typeface="+mn-ea"/>
                <a:cs typeface="+mn-cs"/>
              </a:rPr>
              <a:t>Source: …</a:t>
            </a:r>
          </a:p>
        </p:txBody>
      </p:sp>
      <p:sp>
        <p:nvSpPr>
          <p:cNvPr id="10" name="1. On-page tracker">
            <a:extLst>
              <a:ext uri="{FF2B5EF4-FFF2-40B4-BE49-F238E27FC236}">
                <a16:creationId xmlns:a16="http://schemas.microsoft.com/office/drawing/2014/main" id="{9768EECA-1A03-46B2-B9BB-3C455A3710A4}"/>
              </a:ext>
            </a:extLst>
          </p:cNvPr>
          <p:cNvSpPr>
            <a:spLocks noGrp="1"/>
          </p:cNvSpPr>
          <p:nvPr>
            <p:ph type="body" sz="quarter" idx="10" hasCustomPrompt="1"/>
            <p:custDataLst>
              <p:tags r:id="rId6"/>
            </p:custDataLst>
          </p:nvPr>
        </p:nvSpPr>
        <p:spPr>
          <a:xfrm>
            <a:off x="554735" y="41597"/>
            <a:ext cx="2514600" cy="123111"/>
          </a:xfrm>
          <a:prstGeom prst="rect">
            <a:avLst/>
          </a:prstGeom>
          <a:ln w="6350">
            <a:noFill/>
            <a:miter lim="800000"/>
          </a:ln>
        </p:spPr>
        <p:txBody>
          <a:bodyPr vert="horz" wrap="square" lIns="0" tIns="0" rIns="0" bIns="0" rtlCol="0">
            <a:noAutofit/>
          </a:bodyPr>
          <a:lstStyle>
            <a:lvl1pPr rtl="0">
              <a:defRPr lang="en-US" sz="800" b="0" dirty="0">
                <a:solidFill>
                  <a:schemeClr val="tx1"/>
                </a:solidFill>
                <a:latin typeface="+mn-lt"/>
                <a:ea typeface="+mn-ea"/>
                <a:cs typeface="+mn-cs"/>
              </a:defRPr>
            </a:lvl1pPr>
          </a:lstStyle>
          <a:p>
            <a:pPr lvl="0">
              <a:buNone/>
            </a:pPr>
            <a:r>
              <a:rPr lang="en-US"/>
              <a:t>Add tracker</a:t>
            </a:r>
          </a:p>
        </p:txBody>
      </p:sp>
      <p:sp>
        <p:nvSpPr>
          <p:cNvPr id="11" name="2. Slide Title">
            <a:extLst>
              <a:ext uri="{FF2B5EF4-FFF2-40B4-BE49-F238E27FC236}">
                <a16:creationId xmlns:a16="http://schemas.microsoft.com/office/drawing/2014/main" id="{201E918A-7ADD-4595-9E5C-36C3D305CA4A}"/>
              </a:ext>
            </a:extLst>
          </p:cNvPr>
          <p:cNvSpPr>
            <a:spLocks noGrp="1"/>
          </p:cNvSpPr>
          <p:nvPr>
            <p:ph type="title"/>
            <p:custDataLst>
              <p:tags r:id="rId7"/>
            </p:custDataLst>
          </p:nvPr>
        </p:nvSpPr>
        <p:spPr>
          <a:xfrm>
            <a:off x="554736" y="2744369"/>
            <a:ext cx="2514600" cy="769441"/>
          </a:xfrm>
        </p:spPr>
        <p:txBody>
          <a:bodyPr vert="horz" anchor="b">
            <a:noAutofit/>
          </a:bodyPr>
          <a:lstStyle>
            <a:lvl1pPr rtl="0">
              <a:defRPr>
                <a:solidFill>
                  <a:schemeClr val="tx1"/>
                </a:solidFill>
                <a:latin typeface="+mj-lt"/>
                <a:ea typeface="+mj-ea"/>
                <a:cs typeface="+mj-cs"/>
              </a:defRPr>
            </a:lvl1pPr>
          </a:lstStyle>
          <a:p>
            <a:r>
              <a:rPr lang="en-US"/>
              <a:t>Click to edit Master title</a:t>
            </a:r>
          </a:p>
        </p:txBody>
      </p:sp>
      <p:sp>
        <p:nvSpPr>
          <p:cNvPr id="12" name="3. Subtitle">
            <a:extLst>
              <a:ext uri="{FF2B5EF4-FFF2-40B4-BE49-F238E27FC236}">
                <a16:creationId xmlns:a16="http://schemas.microsoft.com/office/drawing/2014/main" id="{A0895B2F-2F72-4935-BC7F-BEA280D6C542}"/>
              </a:ext>
            </a:extLst>
          </p:cNvPr>
          <p:cNvSpPr>
            <a:spLocks noGrp="1"/>
          </p:cNvSpPr>
          <p:nvPr>
            <p:ph type="subTitle" idx="1"/>
            <p:custDataLst>
              <p:tags r:id="rId8"/>
            </p:custDataLst>
          </p:nvPr>
        </p:nvSpPr>
        <p:spPr>
          <a:xfrm>
            <a:off x="554736" y="3659644"/>
            <a:ext cx="2514600" cy="492443"/>
          </a:xfrm>
          <a:prstGeom prst="rect">
            <a:avLst/>
          </a:prstGeom>
        </p:spPr>
        <p:txBody>
          <a:bodyPr wrap="square">
            <a:spAutoFit/>
          </a:bodyPr>
          <a:lstStyle>
            <a:lvl1pPr marL="0" indent="0" algn="l" rtl="0">
              <a:buNone/>
              <a:defRPr sz="1600" b="0" baseline="0">
                <a:solidFill>
                  <a:schemeClr val="tx1"/>
                </a:solidFill>
                <a:latin typeface="+mn-lt"/>
                <a:ea typeface="+mn-ea"/>
                <a:cs typeface="+mn-cs"/>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pic>
        <p:nvPicPr>
          <p:cNvPr id="6" name="Picture 2" descr="Intelliplan - rekryteringsinstitutet.se">
            <a:extLst>
              <a:ext uri="{FF2B5EF4-FFF2-40B4-BE49-F238E27FC236}">
                <a16:creationId xmlns:a16="http://schemas.microsoft.com/office/drawing/2014/main" id="{27011EAF-C372-49CD-8B1A-1F665858442E}"/>
              </a:ext>
            </a:extLst>
          </p:cNvPr>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10770613" y="6405794"/>
            <a:ext cx="541912" cy="2876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947321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Contrast 3-lin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937BF69-DBBB-44FA-AA65-8999BD8B4E5F}"/>
              </a:ext>
            </a:extLst>
          </p:cNvPr>
          <p:cNvGraphicFramePr>
            <a:graphicFrameLocks noChangeAspect="1"/>
          </p:cNvGraphicFramePr>
          <p:nvPr userDrawn="1">
            <p:custDataLst>
              <p:tags r:id="rId1"/>
            </p:custDataLst>
            <p:extLst>
              <p:ext uri="{D42A27DB-BD31-4B8C-83A1-F6EECF244321}">
                <p14:modId xmlns:p14="http://schemas.microsoft.com/office/powerpoint/2010/main" val="3520811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3" name="Object 2" hidden="1">
                        <a:extLst>
                          <a:ext uri="{FF2B5EF4-FFF2-40B4-BE49-F238E27FC236}">
                            <a16:creationId xmlns:a16="http://schemas.microsoft.com/office/drawing/2014/main" id="{D937BF69-DBBB-44FA-AA65-8999BD8B4E5F}"/>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0440E0BC-D285-4CB0-BC8F-8E2C57BF2A20}"/>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mn-lt"/>
              <a:ea typeface="+mn-ea"/>
              <a:cs typeface="+mn-cs"/>
              <a:sym typeface="Arial" panose="020B0604020202020204" pitchFamily="34" charset="0"/>
            </a:endParaRPr>
          </a:p>
        </p:txBody>
      </p:sp>
      <p:sp>
        <p:nvSpPr>
          <p:cNvPr id="15" name="Slide Number">
            <a:extLst>
              <a:ext uri="{FF2B5EF4-FFF2-40B4-BE49-F238E27FC236}">
                <a16:creationId xmlns:a16="http://schemas.microsoft.com/office/drawing/2014/main" id="{0AA537C7-2883-43C1-848C-3A4E9645077F}"/>
              </a:ext>
            </a:extLst>
          </p:cNvPr>
          <p:cNvSpPr>
            <a:spLocks noChangeArrowheads="1"/>
          </p:cNvSpPr>
          <p:nvPr userDrawn="1">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chemeClr val="tx1"/>
                </a:solidFill>
                <a:latin typeface="+mn-lt"/>
                <a:ea typeface="+mn-ea"/>
                <a:cs typeface="+mn-cs"/>
              </a:rPr>
              <a:pPr algn="r" defTabSz="610744" rtl="0" fontAlgn="auto">
                <a:spcBef>
                  <a:spcPts val="0"/>
                </a:spcBef>
                <a:spcAft>
                  <a:spcPts val="0"/>
                </a:spcAft>
                <a:defRPr/>
              </a:pPr>
              <a:t>‹#›</a:t>
            </a:fld>
            <a:endParaRPr lang="en-US" sz="900">
              <a:solidFill>
                <a:schemeClr val="tx1"/>
              </a:solidFill>
              <a:latin typeface="+mn-lt"/>
              <a:ea typeface="+mn-ea"/>
              <a:cs typeface="+mn-cs"/>
            </a:endParaRPr>
          </a:p>
        </p:txBody>
      </p:sp>
      <p:sp>
        <p:nvSpPr>
          <p:cNvPr id="4" name="2. Slide Title">
            <a:extLst>
              <a:ext uri="{FF2B5EF4-FFF2-40B4-BE49-F238E27FC236}">
                <a16:creationId xmlns:a16="http://schemas.microsoft.com/office/drawing/2014/main" id="{6C3D89FC-A4B9-4683-B64F-B0644150274F}"/>
              </a:ext>
            </a:extLst>
          </p:cNvPr>
          <p:cNvSpPr>
            <a:spLocks noGrp="1"/>
          </p:cNvSpPr>
          <p:nvPr>
            <p:ph type="title"/>
            <p:custDataLst>
              <p:tags r:id="rId4"/>
            </p:custDataLst>
          </p:nvPr>
        </p:nvSpPr>
        <p:spPr>
          <a:xfrm>
            <a:off x="554736" y="903732"/>
            <a:ext cx="11082528" cy="384721"/>
          </a:xfrm>
        </p:spPr>
        <p:txBody>
          <a:bodyPr vert="horz">
            <a:spAutoFit/>
          </a:bodyPr>
          <a:lstStyle>
            <a:lvl1pPr rtl="0">
              <a:defRPr>
                <a:latin typeface="+mj-lt"/>
                <a:ea typeface="+mj-ea"/>
                <a:cs typeface="+mj-cs"/>
              </a:defRPr>
            </a:lvl1pPr>
          </a:lstStyle>
          <a:p>
            <a:r>
              <a:rPr lang="en-US"/>
              <a:t>Click to edit Master title style</a:t>
            </a:r>
          </a:p>
        </p:txBody>
      </p:sp>
      <p:sp>
        <p:nvSpPr>
          <p:cNvPr id="10" name="5. Source" hidden="1">
            <a:extLst>
              <a:ext uri="{FF2B5EF4-FFF2-40B4-BE49-F238E27FC236}">
                <a16:creationId xmlns:a16="http://schemas.microsoft.com/office/drawing/2014/main" id="{67B1A162-B59D-4B89-B39B-FBDD9E751175}"/>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latin typeface="+mn-lt"/>
                <a:ea typeface="+mn-ea"/>
                <a:cs typeface="+mn-cs"/>
              </a:rPr>
              <a:t>Source: …</a:t>
            </a:r>
          </a:p>
        </p:txBody>
      </p:sp>
      <p:sp>
        <p:nvSpPr>
          <p:cNvPr id="8" name="1. On-page tracker">
            <a:extLst>
              <a:ext uri="{FF2B5EF4-FFF2-40B4-BE49-F238E27FC236}">
                <a16:creationId xmlns:a16="http://schemas.microsoft.com/office/drawing/2014/main" id="{B5C5F547-1B1B-411D-99AF-7DE767A71F19}"/>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latin typeface="+mn-lt"/>
                <a:ea typeface="+mn-ea"/>
                <a:cs typeface="+mn-cs"/>
              </a:defRPr>
            </a:lvl1pPr>
          </a:lstStyle>
          <a:p>
            <a:pPr lvl="0">
              <a:buNone/>
            </a:pPr>
            <a:r>
              <a:rPr lang="en-US"/>
              <a:t>Add tracker</a:t>
            </a:r>
          </a:p>
        </p:txBody>
      </p:sp>
      <p:pic>
        <p:nvPicPr>
          <p:cNvPr id="7" name="Picture 2" descr="Intelliplan - rekryteringsinstitutet.se">
            <a:extLst>
              <a:ext uri="{FF2B5EF4-FFF2-40B4-BE49-F238E27FC236}">
                <a16:creationId xmlns:a16="http://schemas.microsoft.com/office/drawing/2014/main" id="{C476DFB9-73FF-7692-08F0-EDC073657276}"/>
              </a:ext>
            </a:extLst>
          </p:cNvPr>
          <p:cNvPicPr>
            <a:picLocks noChangeAspect="1" noChangeArrowheads="1"/>
          </p:cNvPicPr>
          <p:nvPr userDrawn="1"/>
        </p:nvPicPr>
        <p:blipFill>
          <a:blip r:embed="rId10">
            <a:extLst>
              <a:ext uri="{BEBA8EAE-BF5A-486C-A8C5-ECC9F3942E4B}">
                <a14:imgProps xmlns:a14="http://schemas.microsoft.com/office/drawing/2010/main">
                  <a14:imgLayer r:embed="rId11">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770613" y="6405794"/>
            <a:ext cx="541912" cy="2876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305307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Contrast Custom">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7CD2BF5E-92A7-41C4-93AE-C72274D09CB7}"/>
              </a:ext>
            </a:extLst>
          </p:cNvPr>
          <p:cNvGraphicFramePr>
            <a:graphicFrameLocks noChangeAspect="1"/>
          </p:cNvGraphicFramePr>
          <p:nvPr userDrawn="1">
            <p:custDataLst>
              <p:tags r:id="rId1"/>
            </p:custDataLst>
            <p:extLst>
              <p:ext uri="{D42A27DB-BD31-4B8C-83A1-F6EECF244321}">
                <p14:modId xmlns:p14="http://schemas.microsoft.com/office/powerpoint/2010/main" val="21996847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592" imgH="591" progId="TCLayout.ActiveDocument.1">
                  <p:embed/>
                </p:oleObj>
              </mc:Choice>
              <mc:Fallback>
                <p:oleObj name="think-cell Slide" r:id="rId6" imgW="592" imgH="591" progId="TCLayout.ActiveDocument.1">
                  <p:embed/>
                  <p:pic>
                    <p:nvPicPr>
                      <p:cNvPr id="2" name="Object 1" hidden="1">
                        <a:extLst>
                          <a:ext uri="{FF2B5EF4-FFF2-40B4-BE49-F238E27FC236}">
                            <a16:creationId xmlns:a16="http://schemas.microsoft.com/office/drawing/2014/main" id="{7CD2BF5E-92A7-41C4-93AE-C72274D09CB7}"/>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5" name="Slide Number">
            <a:extLst>
              <a:ext uri="{FF2B5EF4-FFF2-40B4-BE49-F238E27FC236}">
                <a16:creationId xmlns:a16="http://schemas.microsoft.com/office/drawing/2014/main" id="{4833D5AF-2A75-4978-AA54-00BA594BBA72}"/>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chemeClr val="tx1"/>
                </a:solidFill>
                <a:latin typeface="+mn-lt"/>
                <a:ea typeface="+mn-ea"/>
                <a:cs typeface="+mn-cs"/>
              </a:rPr>
              <a:pPr algn="r" defTabSz="610744" rtl="0" fontAlgn="auto">
                <a:spcBef>
                  <a:spcPts val="0"/>
                </a:spcBef>
                <a:spcAft>
                  <a:spcPts val="0"/>
                </a:spcAft>
                <a:defRPr/>
              </a:pPr>
              <a:t>‹#›</a:t>
            </a:fld>
            <a:endParaRPr lang="en-US" sz="900">
              <a:solidFill>
                <a:schemeClr val="tx1"/>
              </a:solidFill>
              <a:latin typeface="+mn-lt"/>
              <a:ea typeface="+mn-ea"/>
              <a:cs typeface="+mn-cs"/>
            </a:endParaRPr>
          </a:p>
        </p:txBody>
      </p:sp>
      <p:sp>
        <p:nvSpPr>
          <p:cNvPr id="6" name="5. Source" hidden="1">
            <a:extLst>
              <a:ext uri="{FF2B5EF4-FFF2-40B4-BE49-F238E27FC236}">
                <a16:creationId xmlns:a16="http://schemas.microsoft.com/office/drawing/2014/main" id="{48684DB6-320C-4E95-A29C-791B412C8164}"/>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latin typeface="+mn-lt"/>
                <a:ea typeface="+mn-ea"/>
                <a:cs typeface="+mn-cs"/>
              </a:rPr>
              <a:t>Source: …</a:t>
            </a:r>
          </a:p>
        </p:txBody>
      </p:sp>
      <p:sp>
        <p:nvSpPr>
          <p:cNvPr id="7" name="1. On-page tracker">
            <a:extLst>
              <a:ext uri="{FF2B5EF4-FFF2-40B4-BE49-F238E27FC236}">
                <a16:creationId xmlns:a16="http://schemas.microsoft.com/office/drawing/2014/main" id="{E9E206AB-587F-4AC2-9EF7-AA339899F4BB}"/>
              </a:ext>
            </a:extLst>
          </p:cNvPr>
          <p:cNvSpPr>
            <a:spLocks noGrp="1"/>
          </p:cNvSpPr>
          <p:nvPr>
            <p:ph type="body" sz="quarter" idx="10" hasCustomPrompt="1"/>
            <p:custDataLst>
              <p:tags r:id="rId4"/>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latin typeface="+mn-lt"/>
                <a:ea typeface="+mn-ea"/>
                <a:cs typeface="+mn-cs"/>
              </a:defRPr>
            </a:lvl1pPr>
          </a:lstStyle>
          <a:p>
            <a:pPr lvl="0">
              <a:buNone/>
            </a:pPr>
            <a:r>
              <a:rPr lang="en-US"/>
              <a:t>Add tracker</a:t>
            </a:r>
          </a:p>
        </p:txBody>
      </p:sp>
      <p:pic>
        <p:nvPicPr>
          <p:cNvPr id="3" name="Picture 2" descr="Intelliplan - rekryteringsinstitutet.se">
            <a:extLst>
              <a:ext uri="{FF2B5EF4-FFF2-40B4-BE49-F238E27FC236}">
                <a16:creationId xmlns:a16="http://schemas.microsoft.com/office/drawing/2014/main" id="{1C6DCF34-531D-CA75-ECCE-044696FC0FF9}"/>
              </a:ext>
            </a:extLst>
          </p:cNvPr>
          <p:cNvPicPr>
            <a:picLocks noChangeAspect="1" noChangeArrowheads="1"/>
          </p:cNvPicPr>
          <p:nvPr userDrawn="1"/>
        </p:nvPicPr>
        <p:blipFill>
          <a:blip r:embed="rId8">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770613" y="6405794"/>
            <a:ext cx="541912" cy="2876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715420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ontrast En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DA9CF6F9-3F22-4C1D-8F1F-9500FF412228}"/>
              </a:ext>
            </a:extLst>
          </p:cNvPr>
          <p:cNvGraphicFramePr>
            <a:graphicFrameLocks noChangeAspect="1"/>
          </p:cNvGraphicFramePr>
          <p:nvPr userDrawn="1">
            <p:custDataLst>
              <p:tags r:id="rId1"/>
            </p:custDataLst>
            <p:extLst>
              <p:ext uri="{D42A27DB-BD31-4B8C-83A1-F6EECF244321}">
                <p14:modId xmlns:p14="http://schemas.microsoft.com/office/powerpoint/2010/main" val="5756133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1" progId="TCLayout.ActiveDocument.1">
                  <p:embed/>
                </p:oleObj>
              </mc:Choice>
              <mc:Fallback>
                <p:oleObj name="think-cell Slide" r:id="rId4" imgW="592" imgH="591" progId="TCLayout.ActiveDocument.1">
                  <p:embed/>
                  <p:pic>
                    <p:nvPicPr>
                      <p:cNvPr id="2" name="Object 1" hidden="1">
                        <a:extLst>
                          <a:ext uri="{FF2B5EF4-FFF2-40B4-BE49-F238E27FC236}">
                            <a16:creationId xmlns:a16="http://schemas.microsoft.com/office/drawing/2014/main" id="{DA9CF6F9-3F22-4C1D-8F1F-9500FF41222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0" name="5. Source" hidden="1">
            <a:extLst>
              <a:ext uri="{FF2B5EF4-FFF2-40B4-BE49-F238E27FC236}">
                <a16:creationId xmlns:a16="http://schemas.microsoft.com/office/drawing/2014/main" id="{EED9D83D-9CC3-45F3-876D-CC42BC0B70E0}"/>
              </a:ext>
            </a:extLst>
          </p:cNvPr>
          <p:cNvSpPr txBox="1"/>
          <p:nvPr userDrawn="1">
            <p:custDataLst>
              <p:tags r:id="rId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latin typeface="+mn-lt"/>
                <a:ea typeface="+mn-ea"/>
                <a:cs typeface="+mn-cs"/>
              </a:rPr>
              <a:t>Source: …</a:t>
            </a:r>
          </a:p>
        </p:txBody>
      </p:sp>
      <p:sp>
        <p:nvSpPr>
          <p:cNvPr id="4" name="TextBox 3">
            <a:extLst>
              <a:ext uri="{FF2B5EF4-FFF2-40B4-BE49-F238E27FC236}">
                <a16:creationId xmlns:a16="http://schemas.microsoft.com/office/drawing/2014/main" id="{EFE4B0DD-C87F-42ED-8766-3A6165CEF729}"/>
              </a:ext>
            </a:extLst>
          </p:cNvPr>
          <p:cNvSpPr txBox="1"/>
          <p:nvPr userDrawn="1"/>
        </p:nvSpPr>
        <p:spPr>
          <a:xfrm>
            <a:off x="2475618" y="2690336"/>
            <a:ext cx="7240765" cy="1477328"/>
          </a:xfrm>
          <a:prstGeom prst="rect">
            <a:avLst/>
          </a:prstGeom>
        </p:spPr>
        <p:txBody>
          <a:bodyPr vert="horz" wrap="non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en-US" sz="9600" b="1">
                <a:solidFill>
                  <a:srgbClr val="FFFFFF"/>
                </a:solidFill>
                <a:latin typeface="+mn-lt"/>
                <a:ea typeface="+mn-ea"/>
                <a:cs typeface="+mn-cs"/>
                <a:sym typeface="Poppins"/>
              </a:rPr>
              <a:t>THANK YOU</a:t>
            </a:r>
            <a:endParaRPr lang="en-US" sz="9600" b="1">
              <a:solidFill>
                <a:srgbClr val="1999CE"/>
              </a:solidFill>
              <a:latin typeface="+mn-lt"/>
              <a:ea typeface="+mn-ea"/>
              <a:cs typeface="+mn-cs"/>
            </a:endParaRPr>
          </a:p>
        </p:txBody>
      </p:sp>
      <p:pic>
        <p:nvPicPr>
          <p:cNvPr id="3" name="Picture 2" descr="Intelliplan - rekryteringsinstitutet.se">
            <a:extLst>
              <a:ext uri="{FF2B5EF4-FFF2-40B4-BE49-F238E27FC236}">
                <a16:creationId xmlns:a16="http://schemas.microsoft.com/office/drawing/2014/main" id="{517FBA43-ECC7-0160-150D-A75B7DDAAA5D}"/>
              </a:ext>
            </a:extLst>
          </p:cNvPr>
          <p:cNvPicPr>
            <a:picLocks noChangeAspect="1" noChangeArrowheads="1"/>
          </p:cNvPicPr>
          <p:nvPr userDrawn="1"/>
        </p:nvPicPr>
        <p:blipFill>
          <a:blip r:embed="rId6">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770613" y="6405794"/>
            <a:ext cx="541912" cy="2876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0710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tags" Target="../tags/tag7.xml"/><Relationship Id="rId39" Type="http://schemas.openxmlformats.org/officeDocument/2006/relationships/tags" Target="../tags/tag20.xml"/><Relationship Id="rId21" Type="http://schemas.openxmlformats.org/officeDocument/2006/relationships/tags" Target="../tags/tag2.xml"/><Relationship Id="rId34" Type="http://schemas.openxmlformats.org/officeDocument/2006/relationships/tags" Target="../tags/tag15.xml"/><Relationship Id="rId42" Type="http://schemas.openxmlformats.org/officeDocument/2006/relationships/image" Target="../media/image1.emf"/><Relationship Id="rId7" Type="http://schemas.openxmlformats.org/officeDocument/2006/relationships/slideLayout" Target="../slideLayouts/slideLayout1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tags" Target="../tags/tag1.xml"/><Relationship Id="rId29" Type="http://schemas.openxmlformats.org/officeDocument/2006/relationships/tags" Target="../tags/tag10.xml"/><Relationship Id="rId41" Type="http://schemas.openxmlformats.org/officeDocument/2006/relationships/oleObject" Target="../embeddings/oleObject1.bin"/><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tags" Target="../tags/tag5.xml"/><Relationship Id="rId32" Type="http://schemas.openxmlformats.org/officeDocument/2006/relationships/tags" Target="../tags/tag13.xml"/><Relationship Id="rId37" Type="http://schemas.openxmlformats.org/officeDocument/2006/relationships/tags" Target="../tags/tag18.xml"/><Relationship Id="rId40" Type="http://schemas.openxmlformats.org/officeDocument/2006/relationships/tags" Target="../tags/tag21.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tags" Target="../tags/tag4.xml"/><Relationship Id="rId28" Type="http://schemas.openxmlformats.org/officeDocument/2006/relationships/tags" Target="../tags/tag9.xml"/><Relationship Id="rId36" Type="http://schemas.openxmlformats.org/officeDocument/2006/relationships/tags" Target="../tags/tag17.xml"/><Relationship Id="rId10" Type="http://schemas.openxmlformats.org/officeDocument/2006/relationships/slideLayout" Target="../slideLayouts/slideLayout21.xml"/><Relationship Id="rId19" Type="http://schemas.openxmlformats.org/officeDocument/2006/relationships/theme" Target="../theme/theme2.xml"/><Relationship Id="rId31" Type="http://schemas.openxmlformats.org/officeDocument/2006/relationships/tags" Target="../tags/tag12.xml"/><Relationship Id="rId44" Type="http://schemas.microsoft.com/office/2007/relationships/hdphoto" Target="../media/hdphoto1.wdp"/><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tags" Target="../tags/tag3.xml"/><Relationship Id="rId27" Type="http://schemas.openxmlformats.org/officeDocument/2006/relationships/tags" Target="../tags/tag8.xml"/><Relationship Id="rId30" Type="http://schemas.openxmlformats.org/officeDocument/2006/relationships/tags" Target="../tags/tag11.xml"/><Relationship Id="rId35" Type="http://schemas.openxmlformats.org/officeDocument/2006/relationships/tags" Target="../tags/tag16.xml"/><Relationship Id="rId43" Type="http://schemas.openxmlformats.org/officeDocument/2006/relationships/image" Target="../media/image2.png"/><Relationship Id="rId8" Type="http://schemas.openxmlformats.org/officeDocument/2006/relationships/slideLayout" Target="../slideLayouts/slideLayout19.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tags" Target="../tags/tag6.xml"/><Relationship Id="rId33" Type="http://schemas.openxmlformats.org/officeDocument/2006/relationships/tags" Target="../tags/tag14.xml"/><Relationship Id="rId38" Type="http://schemas.openxmlformats.org/officeDocument/2006/relationships/tags" Target="../tags/tag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135ECFA2-9CDE-86ED-5A29-5834780C33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sv-SE"/>
              <a:t>Klicka här för att ändra mall för rubrikformat</a:t>
            </a:r>
          </a:p>
        </p:txBody>
      </p:sp>
      <p:sp>
        <p:nvSpPr>
          <p:cNvPr id="3" name="Platshållare för text 2">
            <a:extLst>
              <a:ext uri="{FF2B5EF4-FFF2-40B4-BE49-F238E27FC236}">
                <a16:creationId xmlns:a16="http://schemas.microsoft.com/office/drawing/2014/main" id="{D5616EBD-49AA-6A36-5E64-5E33252766B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AA990D97-6417-2E33-4C79-205F3035E5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21C48A8-A147-4B97-BC01-88144DFF7C6A}" type="datetimeFigureOut">
              <a:rPr lang="sv-SE" smtClean="0"/>
              <a:t>2026-02-09</a:t>
            </a:fld>
            <a:endParaRPr lang="sv-SE"/>
          </a:p>
        </p:txBody>
      </p:sp>
      <p:sp>
        <p:nvSpPr>
          <p:cNvPr id="5" name="Platshållare för sidfot 4">
            <a:extLst>
              <a:ext uri="{FF2B5EF4-FFF2-40B4-BE49-F238E27FC236}">
                <a16:creationId xmlns:a16="http://schemas.microsoft.com/office/drawing/2014/main" id="{081E93CC-0585-7964-79B1-C6B4B7D96C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sv-SE"/>
          </a:p>
        </p:txBody>
      </p:sp>
      <p:sp>
        <p:nvSpPr>
          <p:cNvPr id="6" name="Platshållare för bildnummer 5">
            <a:extLst>
              <a:ext uri="{FF2B5EF4-FFF2-40B4-BE49-F238E27FC236}">
                <a16:creationId xmlns:a16="http://schemas.microsoft.com/office/drawing/2014/main" id="{68AFAE33-0024-8178-A6C9-19D84F964E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4F60C74-D745-4079-83F8-829A30D8E438}" type="slidenum">
              <a:rPr lang="sv-SE" smtClean="0"/>
              <a:t>‹#›</a:t>
            </a:fld>
            <a:endParaRPr lang="sv-SE"/>
          </a:p>
        </p:txBody>
      </p:sp>
    </p:spTree>
    <p:extLst>
      <p:ext uri="{BB962C8B-B14F-4D97-AF65-F5344CB8AC3E}">
        <p14:creationId xmlns:p14="http://schemas.microsoft.com/office/powerpoint/2010/main" val="35065337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740B17A4-151A-442A-85BB-61D97FD47CDC}"/>
              </a:ext>
            </a:extLst>
          </p:cNvPr>
          <p:cNvGraphicFramePr>
            <a:graphicFrameLocks noChangeAspect="1"/>
          </p:cNvGraphicFramePr>
          <p:nvPr userDrawn="1">
            <p:custDataLst>
              <p:tags r:id="rId20"/>
            </p:custDataLst>
            <p:extLst>
              <p:ext uri="{D42A27DB-BD31-4B8C-83A1-F6EECF244321}">
                <p14:modId xmlns:p14="http://schemas.microsoft.com/office/powerpoint/2010/main" val="8414854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1" imgW="592" imgH="591" progId="TCLayout.ActiveDocument.1">
                  <p:embed/>
                </p:oleObj>
              </mc:Choice>
              <mc:Fallback>
                <p:oleObj name="think-cell Slide" r:id="rId41" imgW="592" imgH="591" progId="TCLayout.ActiveDocument.1">
                  <p:embed/>
                  <p:pic>
                    <p:nvPicPr>
                      <p:cNvPr id="3" name="Object 2" hidden="1">
                        <a:extLst>
                          <a:ext uri="{FF2B5EF4-FFF2-40B4-BE49-F238E27FC236}">
                            <a16:creationId xmlns:a16="http://schemas.microsoft.com/office/drawing/2014/main" id="{740B17A4-151A-442A-85BB-61D97FD47CDC}"/>
                          </a:ext>
                        </a:extLst>
                      </p:cNvPr>
                      <p:cNvPicPr/>
                      <p:nvPr/>
                    </p:nvPicPr>
                    <p:blipFill>
                      <a:blip r:embed="rId4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FB3399E7-290D-4CE6-AA08-2DA0CF307E1C}"/>
              </a:ext>
            </a:extLst>
          </p:cNvPr>
          <p:cNvSpPr/>
          <p:nvPr userDrawn="1">
            <p:custDataLst>
              <p:tags r:id="rId21"/>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mn-lt"/>
              <a:ea typeface="+mn-ea"/>
              <a:cs typeface="+mn-cs"/>
              <a:sym typeface="Arial" panose="020B0604020202020204" pitchFamily="34" charset="0"/>
            </a:endParaRPr>
          </a:p>
        </p:txBody>
      </p:sp>
      <p:sp>
        <p:nvSpPr>
          <p:cNvPr id="53" name="2. Slide Title">
            <a:extLst>
              <a:ext uri="{FF2B5EF4-FFF2-40B4-BE49-F238E27FC236}">
                <a16:creationId xmlns:a16="http://schemas.microsoft.com/office/drawing/2014/main" id="{7C8D601E-A2E1-4979-AE83-B694B9829662}"/>
              </a:ext>
            </a:extLst>
          </p:cNvPr>
          <p:cNvSpPr>
            <a:spLocks noGrp="1"/>
          </p:cNvSpPr>
          <p:nvPr>
            <p:ph type="title"/>
            <p:custDataLst>
              <p:tags r:id="rId22"/>
            </p:custDataLst>
          </p:nvPr>
        </p:nvSpPr>
        <p:spPr>
          <a:xfrm>
            <a:off x="554736" y="172212"/>
            <a:ext cx="11082528" cy="731520"/>
          </a:xfrm>
          <a:prstGeom prst="rect">
            <a:avLst/>
          </a:prstGeom>
        </p:spPr>
        <p:txBody>
          <a:bodyPr vert="horz" wrap="square" lIns="0" tIns="0" rIns="0" bIns="0" rtlCol="0" anchor="b" anchorCtr="0">
            <a:noAutofit/>
          </a:bodyPr>
          <a:lstStyle/>
          <a:p>
            <a:pPr lvl="0"/>
            <a:r>
              <a:rPr lang="en-US"/>
              <a:t>Click to edit Master title style</a:t>
            </a:r>
          </a:p>
        </p:txBody>
      </p:sp>
      <p:grpSp>
        <p:nvGrpSpPr>
          <p:cNvPr id="55" name="Grid" hidden="1">
            <a:extLst>
              <a:ext uri="{FF2B5EF4-FFF2-40B4-BE49-F238E27FC236}">
                <a16:creationId xmlns:a16="http://schemas.microsoft.com/office/drawing/2014/main" id="{DEFB2FD9-7CD8-4FAE-9553-EBB1883173D8}"/>
              </a:ext>
            </a:extLst>
          </p:cNvPr>
          <p:cNvGrpSpPr/>
          <p:nvPr userDrawn="1">
            <p:custDataLst>
              <p:tags r:id="rId23"/>
            </p:custDataLst>
          </p:nvPr>
        </p:nvGrpSpPr>
        <p:grpSpPr>
          <a:xfrm>
            <a:off x="1524" y="0"/>
            <a:ext cx="12190476" cy="6858000"/>
            <a:chOff x="0" y="0"/>
            <a:chExt cx="12190476" cy="6858000"/>
          </a:xfrm>
        </p:grpSpPr>
        <p:sp>
          <p:nvSpPr>
            <p:cNvPr id="56" name="slide margin">
              <a:extLst>
                <a:ext uri="{FF2B5EF4-FFF2-40B4-BE49-F238E27FC236}">
                  <a16:creationId xmlns:a16="http://schemas.microsoft.com/office/drawing/2014/main" id="{38DD344F-AD20-46A3-A11B-2D82C3344FEC}"/>
                </a:ext>
              </a:extLst>
            </p:cNvPr>
            <p:cNvSpPr/>
            <p:nvPr/>
          </p:nvSpPr>
          <p:spPr bwMode="invGray">
            <a:xfrm>
              <a:off x="1524" y="0"/>
              <a:ext cx="12188952" cy="6858000"/>
            </a:xfrm>
            <a:custGeom>
              <a:avLst/>
              <a:gdLst>
                <a:gd name="connsiteX0" fmla="*/ 551868 w 12188952"/>
                <a:gd name="connsiteY0" fmla="*/ 1709928 h 6858000"/>
                <a:gd name="connsiteX1" fmla="*/ 551868 w 12188952"/>
                <a:gd name="connsiteY1" fmla="*/ 6217920 h 6858000"/>
                <a:gd name="connsiteX2" fmla="*/ 11636196 w 12188952"/>
                <a:gd name="connsiteY2" fmla="*/ 6217920 h 6858000"/>
                <a:gd name="connsiteX3" fmla="*/ 11636196 w 12188952"/>
                <a:gd name="connsiteY3" fmla="*/ 170992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551868" y="1709928"/>
                  </a:moveTo>
                  <a:lnTo>
                    <a:pt x="551868" y="6217920"/>
                  </a:lnTo>
                  <a:lnTo>
                    <a:pt x="11636196" y="6217920"/>
                  </a:lnTo>
                  <a:lnTo>
                    <a:pt x="11636196" y="1709928"/>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en-US">
                <a:solidFill>
                  <a:schemeClr val="tx1"/>
                </a:solidFill>
                <a:latin typeface="+mn-lt"/>
                <a:ea typeface="+mn-ea"/>
                <a:cs typeface="+mn-cs"/>
              </a:endParaRPr>
            </a:p>
          </p:txBody>
        </p:sp>
        <p:cxnSp>
          <p:nvCxnSpPr>
            <p:cNvPr id="57" name="Straight Connector 56">
              <a:extLst>
                <a:ext uri="{FF2B5EF4-FFF2-40B4-BE49-F238E27FC236}">
                  <a16:creationId xmlns:a16="http://schemas.microsoft.com/office/drawing/2014/main" id="{6C7601CF-5E5B-457D-847F-427610DA2FB7}"/>
                </a:ext>
              </a:extLst>
            </p:cNvPr>
            <p:cNvCxnSpPr/>
            <p:nvPr/>
          </p:nvCxnSpPr>
          <p:spPr bwMode="invGray">
            <a:xfrm>
              <a:off x="85946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31F3C21-0066-454F-858F-CF8DE7C15746}"/>
                </a:ext>
              </a:extLst>
            </p:cNvPr>
            <p:cNvCxnSpPr/>
            <p:nvPr/>
          </p:nvCxnSpPr>
          <p:spPr bwMode="invGray">
            <a:xfrm>
              <a:off x="1133254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E62C2F96-141D-4584-8AFC-7B03AC967AD5}"/>
                </a:ext>
              </a:extLst>
            </p:cNvPr>
            <p:cNvCxnSpPr/>
            <p:nvPr/>
          </p:nvCxnSpPr>
          <p:spPr bwMode="invGray">
            <a:xfrm>
              <a:off x="181155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BFFAB406-01C7-4D16-B756-95AABF69356F}"/>
                </a:ext>
              </a:extLst>
            </p:cNvPr>
            <p:cNvCxnSpPr/>
            <p:nvPr/>
          </p:nvCxnSpPr>
          <p:spPr bwMode="invGray">
            <a:xfrm>
              <a:off x="276365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AC0947A7-511E-40BC-89AC-7FB57EB8253A}"/>
                </a:ext>
              </a:extLst>
            </p:cNvPr>
            <p:cNvCxnSpPr/>
            <p:nvPr/>
          </p:nvCxnSpPr>
          <p:spPr bwMode="invGray">
            <a:xfrm>
              <a:off x="371575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E13BF7D-FE79-4AD9-BD1E-86E33F888F0B}"/>
                </a:ext>
              </a:extLst>
            </p:cNvPr>
            <p:cNvCxnSpPr/>
            <p:nvPr/>
          </p:nvCxnSpPr>
          <p:spPr bwMode="invGray">
            <a:xfrm>
              <a:off x="466785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39CD20B4-6A15-49A2-A59E-FCCFB641E09C}"/>
                </a:ext>
              </a:extLst>
            </p:cNvPr>
            <p:cNvCxnSpPr/>
            <p:nvPr/>
          </p:nvCxnSpPr>
          <p:spPr bwMode="invGray">
            <a:xfrm>
              <a:off x="561995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88C9107F-AE78-4984-826C-0B2406DAF134}"/>
                </a:ext>
              </a:extLst>
            </p:cNvPr>
            <p:cNvCxnSpPr/>
            <p:nvPr/>
          </p:nvCxnSpPr>
          <p:spPr bwMode="invGray">
            <a:xfrm>
              <a:off x="657205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934F056F-D81A-4196-9B3A-AE8FD5591CB2}"/>
                </a:ext>
              </a:extLst>
            </p:cNvPr>
            <p:cNvCxnSpPr/>
            <p:nvPr/>
          </p:nvCxnSpPr>
          <p:spPr bwMode="invGray">
            <a:xfrm>
              <a:off x="752415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A4C1E84A-C73C-43D4-BA3C-8DBC74530EF8}"/>
                </a:ext>
              </a:extLst>
            </p:cNvPr>
            <p:cNvCxnSpPr/>
            <p:nvPr/>
          </p:nvCxnSpPr>
          <p:spPr bwMode="invGray">
            <a:xfrm>
              <a:off x="847625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BE85AE8D-58C3-4AA0-B6F0-E5B277CA7900}"/>
                </a:ext>
              </a:extLst>
            </p:cNvPr>
            <p:cNvCxnSpPr/>
            <p:nvPr/>
          </p:nvCxnSpPr>
          <p:spPr bwMode="invGray">
            <a:xfrm>
              <a:off x="942835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7C36F9C0-4B83-4C02-9FB8-FE87C7414EE2}"/>
                </a:ext>
              </a:extLst>
            </p:cNvPr>
            <p:cNvCxnSpPr/>
            <p:nvPr/>
          </p:nvCxnSpPr>
          <p:spPr bwMode="invGray">
            <a:xfrm>
              <a:off x="1038045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69" name="Freeform: Shape 68">
              <a:extLst>
                <a:ext uri="{FF2B5EF4-FFF2-40B4-BE49-F238E27FC236}">
                  <a16:creationId xmlns:a16="http://schemas.microsoft.com/office/drawing/2014/main" id="{33B3485C-D98D-4843-9430-BAB5037871BA}"/>
                </a:ext>
              </a:extLst>
            </p:cNvPr>
            <p:cNvSpPr/>
            <p:nvPr/>
          </p:nvSpPr>
          <p:spPr bwMode="invGray">
            <a:xfrm>
              <a:off x="152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a typeface="+mn-ea"/>
                <a:cs typeface="+mn-cs"/>
              </a:endParaRPr>
            </a:p>
          </p:txBody>
        </p:sp>
        <p:sp>
          <p:nvSpPr>
            <p:cNvPr id="70" name="Freeform: Shape 69">
              <a:extLst>
                <a:ext uri="{FF2B5EF4-FFF2-40B4-BE49-F238E27FC236}">
                  <a16:creationId xmlns:a16="http://schemas.microsoft.com/office/drawing/2014/main" id="{D4711F5E-C124-4817-92AB-CA50490512E0}"/>
                </a:ext>
              </a:extLst>
            </p:cNvPr>
            <p:cNvSpPr/>
            <p:nvPr/>
          </p:nvSpPr>
          <p:spPr bwMode="invGray">
            <a:xfrm>
              <a:off x="1167385"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a typeface="+mn-ea"/>
                <a:cs typeface="+mn-cs"/>
              </a:endParaRPr>
            </a:p>
          </p:txBody>
        </p:sp>
        <p:sp>
          <p:nvSpPr>
            <p:cNvPr id="71" name="Freeform: Shape 70">
              <a:extLst>
                <a:ext uri="{FF2B5EF4-FFF2-40B4-BE49-F238E27FC236}">
                  <a16:creationId xmlns:a16="http://schemas.microsoft.com/office/drawing/2014/main" id="{287B4A93-F9FF-464C-9429-7F0508C752D8}"/>
                </a:ext>
              </a:extLst>
            </p:cNvPr>
            <p:cNvSpPr/>
            <p:nvPr/>
          </p:nvSpPr>
          <p:spPr bwMode="invGray">
            <a:xfrm>
              <a:off x="211948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a typeface="+mn-ea"/>
                <a:cs typeface="+mn-cs"/>
              </a:endParaRPr>
            </a:p>
          </p:txBody>
        </p:sp>
        <p:sp>
          <p:nvSpPr>
            <p:cNvPr id="72" name="Freeform: Shape 71">
              <a:extLst>
                <a:ext uri="{FF2B5EF4-FFF2-40B4-BE49-F238E27FC236}">
                  <a16:creationId xmlns:a16="http://schemas.microsoft.com/office/drawing/2014/main" id="{F30BD8E3-A9FF-4CAF-AFCE-78BAF967AB1A}"/>
                </a:ext>
              </a:extLst>
            </p:cNvPr>
            <p:cNvSpPr/>
            <p:nvPr/>
          </p:nvSpPr>
          <p:spPr bwMode="invGray">
            <a:xfrm>
              <a:off x="307158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a typeface="+mn-ea"/>
                <a:cs typeface="+mn-cs"/>
              </a:endParaRPr>
            </a:p>
          </p:txBody>
        </p:sp>
        <p:sp>
          <p:nvSpPr>
            <p:cNvPr id="73" name="Freeform: Shape 72">
              <a:extLst>
                <a:ext uri="{FF2B5EF4-FFF2-40B4-BE49-F238E27FC236}">
                  <a16:creationId xmlns:a16="http://schemas.microsoft.com/office/drawing/2014/main" id="{68DFD3D7-8227-4BAE-92E3-7A8D1D9D120B}"/>
                </a:ext>
              </a:extLst>
            </p:cNvPr>
            <p:cNvSpPr/>
            <p:nvPr/>
          </p:nvSpPr>
          <p:spPr bwMode="invGray">
            <a:xfrm>
              <a:off x="4023681"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a typeface="+mn-ea"/>
                <a:cs typeface="+mn-cs"/>
              </a:endParaRPr>
            </a:p>
          </p:txBody>
        </p:sp>
        <p:sp>
          <p:nvSpPr>
            <p:cNvPr id="74" name="Freeform: Shape 73">
              <a:extLst>
                <a:ext uri="{FF2B5EF4-FFF2-40B4-BE49-F238E27FC236}">
                  <a16:creationId xmlns:a16="http://schemas.microsoft.com/office/drawing/2014/main" id="{B1BDBD63-521E-429E-88F1-146A189AC445}"/>
                </a:ext>
              </a:extLst>
            </p:cNvPr>
            <p:cNvSpPr/>
            <p:nvPr/>
          </p:nvSpPr>
          <p:spPr bwMode="invGray">
            <a:xfrm>
              <a:off x="497578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a typeface="+mn-ea"/>
                <a:cs typeface="+mn-cs"/>
              </a:endParaRPr>
            </a:p>
          </p:txBody>
        </p:sp>
        <p:sp>
          <p:nvSpPr>
            <p:cNvPr id="75" name="Freeform: Shape 74">
              <a:extLst>
                <a:ext uri="{FF2B5EF4-FFF2-40B4-BE49-F238E27FC236}">
                  <a16:creationId xmlns:a16="http://schemas.microsoft.com/office/drawing/2014/main" id="{A0B0088A-AB05-469E-9D5A-008850E9B532}"/>
                </a:ext>
              </a:extLst>
            </p:cNvPr>
            <p:cNvSpPr/>
            <p:nvPr/>
          </p:nvSpPr>
          <p:spPr bwMode="invGray">
            <a:xfrm>
              <a:off x="592787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a typeface="+mn-ea"/>
                <a:cs typeface="+mn-cs"/>
              </a:endParaRPr>
            </a:p>
          </p:txBody>
        </p:sp>
        <p:sp>
          <p:nvSpPr>
            <p:cNvPr id="76" name="Freeform: Shape 75">
              <a:extLst>
                <a:ext uri="{FF2B5EF4-FFF2-40B4-BE49-F238E27FC236}">
                  <a16:creationId xmlns:a16="http://schemas.microsoft.com/office/drawing/2014/main" id="{19BCFA35-14ED-4686-918B-E003CB0183E0}"/>
                </a:ext>
              </a:extLst>
            </p:cNvPr>
            <p:cNvSpPr/>
            <p:nvPr/>
          </p:nvSpPr>
          <p:spPr bwMode="invGray">
            <a:xfrm>
              <a:off x="687997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a typeface="+mn-ea"/>
                <a:cs typeface="+mn-cs"/>
              </a:endParaRPr>
            </a:p>
          </p:txBody>
        </p:sp>
        <p:sp>
          <p:nvSpPr>
            <p:cNvPr id="77" name="Freeform: Shape 76">
              <a:extLst>
                <a:ext uri="{FF2B5EF4-FFF2-40B4-BE49-F238E27FC236}">
                  <a16:creationId xmlns:a16="http://schemas.microsoft.com/office/drawing/2014/main" id="{32C9479A-9B75-4DAD-BD6F-ACA06F40053D}"/>
                </a:ext>
              </a:extLst>
            </p:cNvPr>
            <p:cNvSpPr/>
            <p:nvPr/>
          </p:nvSpPr>
          <p:spPr bwMode="invGray">
            <a:xfrm>
              <a:off x="783207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a typeface="+mn-ea"/>
                <a:cs typeface="+mn-cs"/>
              </a:endParaRPr>
            </a:p>
          </p:txBody>
        </p:sp>
        <p:sp>
          <p:nvSpPr>
            <p:cNvPr id="78" name="Freeform: Shape 77">
              <a:extLst>
                <a:ext uri="{FF2B5EF4-FFF2-40B4-BE49-F238E27FC236}">
                  <a16:creationId xmlns:a16="http://schemas.microsoft.com/office/drawing/2014/main" id="{0E502045-AFEE-46BD-82EF-7FDCA210A972}"/>
                </a:ext>
              </a:extLst>
            </p:cNvPr>
            <p:cNvSpPr/>
            <p:nvPr/>
          </p:nvSpPr>
          <p:spPr bwMode="invGray">
            <a:xfrm>
              <a:off x="8784176"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a typeface="+mn-ea"/>
                <a:cs typeface="+mn-cs"/>
              </a:endParaRPr>
            </a:p>
          </p:txBody>
        </p:sp>
        <p:sp>
          <p:nvSpPr>
            <p:cNvPr id="79" name="Freeform: Shape 78">
              <a:extLst>
                <a:ext uri="{FF2B5EF4-FFF2-40B4-BE49-F238E27FC236}">
                  <a16:creationId xmlns:a16="http://schemas.microsoft.com/office/drawing/2014/main" id="{8331B978-23AB-4D1C-BDEB-D3F9BEDAA2DB}"/>
                </a:ext>
              </a:extLst>
            </p:cNvPr>
            <p:cNvSpPr/>
            <p:nvPr/>
          </p:nvSpPr>
          <p:spPr bwMode="invGray">
            <a:xfrm>
              <a:off x="9736274"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a typeface="+mn-ea"/>
                <a:cs typeface="+mn-cs"/>
              </a:endParaRPr>
            </a:p>
          </p:txBody>
        </p:sp>
        <p:sp>
          <p:nvSpPr>
            <p:cNvPr id="80" name="Freeform: Shape 79">
              <a:extLst>
                <a:ext uri="{FF2B5EF4-FFF2-40B4-BE49-F238E27FC236}">
                  <a16:creationId xmlns:a16="http://schemas.microsoft.com/office/drawing/2014/main" id="{B5C2958A-8756-4F5D-9D2E-8609AF3FE7F3}"/>
                </a:ext>
              </a:extLst>
            </p:cNvPr>
            <p:cNvSpPr/>
            <p:nvPr/>
          </p:nvSpPr>
          <p:spPr bwMode="invGray">
            <a:xfrm>
              <a:off x="10688372"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a typeface="+mn-ea"/>
                <a:cs typeface="+mn-cs"/>
              </a:endParaRPr>
            </a:p>
          </p:txBody>
        </p:sp>
        <p:sp>
          <p:nvSpPr>
            <p:cNvPr id="81" name="Freeform: Shape 80">
              <a:extLst>
                <a:ext uri="{FF2B5EF4-FFF2-40B4-BE49-F238E27FC236}">
                  <a16:creationId xmlns:a16="http://schemas.microsoft.com/office/drawing/2014/main" id="{405E51A7-0B73-4EDC-8853-4C4885C3CD12}"/>
                </a:ext>
              </a:extLst>
            </p:cNvPr>
            <p:cNvSpPr/>
            <p:nvPr/>
          </p:nvSpPr>
          <p:spPr bwMode="invGray">
            <a:xfrm>
              <a:off x="1163726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a typeface="+mn-ea"/>
                <a:cs typeface="+mn-cs"/>
              </a:endParaRPr>
            </a:p>
          </p:txBody>
        </p:sp>
        <p:sp>
          <p:nvSpPr>
            <p:cNvPr id="82" name="Freeform: Shape 81">
              <a:extLst>
                <a:ext uri="{FF2B5EF4-FFF2-40B4-BE49-F238E27FC236}">
                  <a16:creationId xmlns:a16="http://schemas.microsoft.com/office/drawing/2014/main" id="{A655BB02-C70B-4783-95E3-349A9749DE81}"/>
                </a:ext>
              </a:extLst>
            </p:cNvPr>
            <p:cNvSpPr/>
            <p:nvPr/>
          </p:nvSpPr>
          <p:spPr bwMode="invGray">
            <a:xfrm>
              <a:off x="721942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a typeface="+mn-ea"/>
                <a:cs typeface="+mn-cs"/>
              </a:endParaRPr>
            </a:p>
          </p:txBody>
        </p:sp>
        <p:sp>
          <p:nvSpPr>
            <p:cNvPr id="83" name="Freeform: Shape 82">
              <a:extLst>
                <a:ext uri="{FF2B5EF4-FFF2-40B4-BE49-F238E27FC236}">
                  <a16:creationId xmlns:a16="http://schemas.microsoft.com/office/drawing/2014/main" id="{BF414889-E577-40C3-8CDF-DA20200FC4BB}"/>
                </a:ext>
              </a:extLst>
            </p:cNvPr>
            <p:cNvSpPr/>
            <p:nvPr userDrawn="1"/>
          </p:nvSpPr>
          <p:spPr bwMode="invGray">
            <a:xfrm>
              <a:off x="1506835"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a typeface="+mn-ea"/>
                <a:cs typeface="+mn-cs"/>
              </a:endParaRPr>
            </a:p>
          </p:txBody>
        </p:sp>
        <p:sp>
          <p:nvSpPr>
            <p:cNvPr id="84" name="Freeform: Shape 83">
              <a:extLst>
                <a:ext uri="{FF2B5EF4-FFF2-40B4-BE49-F238E27FC236}">
                  <a16:creationId xmlns:a16="http://schemas.microsoft.com/office/drawing/2014/main" id="{10578B73-0DC8-40FE-8A21-280C0818D286}"/>
                </a:ext>
              </a:extLst>
            </p:cNvPr>
            <p:cNvSpPr/>
            <p:nvPr userDrawn="1"/>
          </p:nvSpPr>
          <p:spPr bwMode="invGray">
            <a:xfrm>
              <a:off x="245893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a typeface="+mn-ea"/>
                <a:cs typeface="+mn-cs"/>
              </a:endParaRPr>
            </a:p>
          </p:txBody>
        </p:sp>
        <p:sp>
          <p:nvSpPr>
            <p:cNvPr id="85" name="Freeform: Shape 84">
              <a:extLst>
                <a:ext uri="{FF2B5EF4-FFF2-40B4-BE49-F238E27FC236}">
                  <a16:creationId xmlns:a16="http://schemas.microsoft.com/office/drawing/2014/main" id="{2A3EAB8C-6F2A-4487-A2BB-0984642F92BD}"/>
                </a:ext>
              </a:extLst>
            </p:cNvPr>
            <p:cNvSpPr/>
            <p:nvPr userDrawn="1"/>
          </p:nvSpPr>
          <p:spPr bwMode="invGray">
            <a:xfrm>
              <a:off x="341103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a typeface="+mn-ea"/>
                <a:cs typeface="+mn-cs"/>
              </a:endParaRPr>
            </a:p>
          </p:txBody>
        </p:sp>
        <p:sp>
          <p:nvSpPr>
            <p:cNvPr id="86" name="Freeform: Shape 85">
              <a:extLst>
                <a:ext uri="{FF2B5EF4-FFF2-40B4-BE49-F238E27FC236}">
                  <a16:creationId xmlns:a16="http://schemas.microsoft.com/office/drawing/2014/main" id="{07D70175-6613-45BC-AF43-015C72F13A7B}"/>
                </a:ext>
              </a:extLst>
            </p:cNvPr>
            <p:cNvSpPr/>
            <p:nvPr userDrawn="1"/>
          </p:nvSpPr>
          <p:spPr bwMode="invGray">
            <a:xfrm>
              <a:off x="4363132"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a typeface="+mn-ea"/>
                <a:cs typeface="+mn-cs"/>
              </a:endParaRPr>
            </a:p>
          </p:txBody>
        </p:sp>
        <p:sp>
          <p:nvSpPr>
            <p:cNvPr id="87" name="Freeform: Shape 86">
              <a:extLst>
                <a:ext uri="{FF2B5EF4-FFF2-40B4-BE49-F238E27FC236}">
                  <a16:creationId xmlns:a16="http://schemas.microsoft.com/office/drawing/2014/main" id="{9B942F25-6CDB-4981-97B7-D7BDEBE5ADF5}"/>
                </a:ext>
              </a:extLst>
            </p:cNvPr>
            <p:cNvSpPr/>
            <p:nvPr userDrawn="1"/>
          </p:nvSpPr>
          <p:spPr bwMode="invGray">
            <a:xfrm>
              <a:off x="531523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a typeface="+mn-ea"/>
                <a:cs typeface="+mn-cs"/>
              </a:endParaRPr>
            </a:p>
          </p:txBody>
        </p:sp>
        <p:sp>
          <p:nvSpPr>
            <p:cNvPr id="88" name="Freeform: Shape 87">
              <a:extLst>
                <a:ext uri="{FF2B5EF4-FFF2-40B4-BE49-F238E27FC236}">
                  <a16:creationId xmlns:a16="http://schemas.microsoft.com/office/drawing/2014/main" id="{01315AFB-F00B-4517-B2CA-2588A030EFF4}"/>
                </a:ext>
              </a:extLst>
            </p:cNvPr>
            <p:cNvSpPr/>
            <p:nvPr userDrawn="1"/>
          </p:nvSpPr>
          <p:spPr bwMode="invGray">
            <a:xfrm>
              <a:off x="626732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a typeface="+mn-ea"/>
                <a:cs typeface="+mn-cs"/>
              </a:endParaRPr>
            </a:p>
          </p:txBody>
        </p:sp>
        <p:sp>
          <p:nvSpPr>
            <p:cNvPr id="89" name="Freeform: Shape 88">
              <a:extLst>
                <a:ext uri="{FF2B5EF4-FFF2-40B4-BE49-F238E27FC236}">
                  <a16:creationId xmlns:a16="http://schemas.microsoft.com/office/drawing/2014/main" id="{F2EAC9B8-160B-4F7F-8029-F358F771D704}"/>
                </a:ext>
              </a:extLst>
            </p:cNvPr>
            <p:cNvSpPr/>
            <p:nvPr userDrawn="1"/>
          </p:nvSpPr>
          <p:spPr bwMode="invGray">
            <a:xfrm>
              <a:off x="817152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a typeface="+mn-ea"/>
                <a:cs typeface="+mn-cs"/>
              </a:endParaRPr>
            </a:p>
          </p:txBody>
        </p:sp>
        <p:sp>
          <p:nvSpPr>
            <p:cNvPr id="90" name="Freeform: Shape 89">
              <a:extLst>
                <a:ext uri="{FF2B5EF4-FFF2-40B4-BE49-F238E27FC236}">
                  <a16:creationId xmlns:a16="http://schemas.microsoft.com/office/drawing/2014/main" id="{42671AAA-F5BF-4B8E-9B20-12F8E97A3021}"/>
                </a:ext>
              </a:extLst>
            </p:cNvPr>
            <p:cNvSpPr/>
            <p:nvPr userDrawn="1"/>
          </p:nvSpPr>
          <p:spPr bwMode="invGray">
            <a:xfrm>
              <a:off x="912362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a typeface="+mn-ea"/>
                <a:cs typeface="+mn-cs"/>
              </a:endParaRPr>
            </a:p>
          </p:txBody>
        </p:sp>
        <p:sp>
          <p:nvSpPr>
            <p:cNvPr id="91" name="Freeform: Shape 90">
              <a:extLst>
                <a:ext uri="{FF2B5EF4-FFF2-40B4-BE49-F238E27FC236}">
                  <a16:creationId xmlns:a16="http://schemas.microsoft.com/office/drawing/2014/main" id="{23FB4F88-2E32-42AF-931D-73EEE391186B}"/>
                </a:ext>
              </a:extLst>
            </p:cNvPr>
            <p:cNvSpPr/>
            <p:nvPr userDrawn="1"/>
          </p:nvSpPr>
          <p:spPr bwMode="invGray">
            <a:xfrm>
              <a:off x="10075725"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a typeface="+mn-ea"/>
                <a:cs typeface="+mn-cs"/>
              </a:endParaRPr>
            </a:p>
          </p:txBody>
        </p:sp>
        <p:sp>
          <p:nvSpPr>
            <p:cNvPr id="92" name="Freeform: Shape 91">
              <a:extLst>
                <a:ext uri="{FF2B5EF4-FFF2-40B4-BE49-F238E27FC236}">
                  <a16:creationId xmlns:a16="http://schemas.microsoft.com/office/drawing/2014/main" id="{E4A1769F-CE92-4633-87B1-DDCB8F121456}"/>
                </a:ext>
              </a:extLst>
            </p:cNvPr>
            <p:cNvSpPr/>
            <p:nvPr userDrawn="1"/>
          </p:nvSpPr>
          <p:spPr bwMode="invGray">
            <a:xfrm>
              <a:off x="11027826"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a typeface="+mn-ea"/>
                <a:cs typeface="+mn-cs"/>
              </a:endParaRPr>
            </a:p>
          </p:txBody>
        </p:sp>
        <p:sp>
          <p:nvSpPr>
            <p:cNvPr id="93" name="Freeform: Shape 92">
              <a:extLst>
                <a:ext uri="{FF2B5EF4-FFF2-40B4-BE49-F238E27FC236}">
                  <a16:creationId xmlns:a16="http://schemas.microsoft.com/office/drawing/2014/main" id="{4B597847-9D21-4E79-A3C1-CD09A72ED17A}"/>
                </a:ext>
              </a:extLst>
            </p:cNvPr>
            <p:cNvSpPr/>
            <p:nvPr userDrawn="1"/>
          </p:nvSpPr>
          <p:spPr bwMode="invGray">
            <a:xfrm>
              <a:off x="55473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a typeface="+mn-ea"/>
                <a:cs typeface="+mn-cs"/>
              </a:endParaRPr>
            </a:p>
          </p:txBody>
        </p:sp>
        <p:cxnSp>
          <p:nvCxnSpPr>
            <p:cNvPr id="94" name="Straight Connector 93">
              <a:extLst>
                <a:ext uri="{FF2B5EF4-FFF2-40B4-BE49-F238E27FC236}">
                  <a16:creationId xmlns:a16="http://schemas.microsoft.com/office/drawing/2014/main" id="{A4475F4C-A18C-4D1A-BA57-171FB0889ED5}"/>
                </a:ext>
              </a:extLst>
            </p:cNvPr>
            <p:cNvCxnSpPr/>
            <p:nvPr userDrawn="1"/>
          </p:nvCxnSpPr>
          <p:spPr bwMode="invGray">
            <a:xfrm>
              <a:off x="0"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CB668352-A3AB-4B2E-9A58-3447022124C4}"/>
                </a:ext>
              </a:extLst>
            </p:cNvPr>
            <p:cNvCxnSpPr/>
            <p:nvPr userDrawn="1"/>
          </p:nvCxnSpPr>
          <p:spPr bwMode="invGray">
            <a:xfrm>
              <a:off x="0"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7FB43971-E513-473C-A51D-9EE94E61083C}"/>
                </a:ext>
              </a:extLst>
            </p:cNvPr>
            <p:cNvCxnSpPr/>
            <p:nvPr userDrawn="1"/>
          </p:nvCxnSpPr>
          <p:spPr bwMode="invGray">
            <a:xfrm>
              <a:off x="0"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45DF1BF3-81AD-4891-9BB0-2F7A0C9D4E46}"/>
                </a:ext>
              </a:extLst>
            </p:cNvPr>
            <p:cNvCxnSpPr/>
            <p:nvPr userDrawn="1"/>
          </p:nvCxnSpPr>
          <p:spPr bwMode="invGray">
            <a:xfrm>
              <a:off x="0"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00BDB8E3-D6DD-4760-8A19-73C078A70F87}"/>
                </a:ext>
              </a:extLst>
            </p:cNvPr>
            <p:cNvCxnSpPr/>
            <p:nvPr userDrawn="1"/>
          </p:nvCxnSpPr>
          <p:spPr bwMode="invGray">
            <a:xfrm>
              <a:off x="0"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CF12D775-122F-40DE-9D53-9EE07EEAA8F5}"/>
                </a:ext>
              </a:extLst>
            </p:cNvPr>
            <p:cNvCxnSpPr/>
            <p:nvPr userDrawn="1"/>
          </p:nvCxnSpPr>
          <p:spPr bwMode="invGray">
            <a:xfrm>
              <a:off x="0"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AD2CAD56-BA05-4C75-8034-7BE3F452236F}"/>
                </a:ext>
              </a:extLst>
            </p:cNvPr>
            <p:cNvCxnSpPr/>
            <p:nvPr userDrawn="1"/>
          </p:nvCxnSpPr>
          <p:spPr bwMode="invGray">
            <a:xfrm>
              <a:off x="0"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790E0245-1DD4-47DE-874E-81EEEC5BC8F7}"/>
                </a:ext>
              </a:extLst>
            </p:cNvPr>
            <p:cNvCxnSpPr/>
            <p:nvPr userDrawn="1"/>
          </p:nvCxnSpPr>
          <p:spPr bwMode="invGray">
            <a:xfrm>
              <a:off x="0"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1CFFCCA0-3335-4A1D-ABE0-05033DB06A2E}"/>
                </a:ext>
              </a:extLst>
            </p:cNvPr>
            <p:cNvCxnSpPr/>
            <p:nvPr userDrawn="1"/>
          </p:nvCxnSpPr>
          <p:spPr bwMode="invGray">
            <a:xfrm>
              <a:off x="0"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F4D72CB9-C1AD-44DE-9701-7AC2B6FF96CE}"/>
                </a:ext>
              </a:extLst>
            </p:cNvPr>
            <p:cNvCxnSpPr/>
            <p:nvPr userDrawn="1"/>
          </p:nvCxnSpPr>
          <p:spPr bwMode="invGray">
            <a:xfrm>
              <a:off x="0"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889B3321-C5E9-4805-BC66-EA0432C4C15B}"/>
                </a:ext>
              </a:extLst>
            </p:cNvPr>
            <p:cNvCxnSpPr/>
            <p:nvPr userDrawn="1"/>
          </p:nvCxnSpPr>
          <p:spPr bwMode="invGray">
            <a:xfrm>
              <a:off x="0"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7ACEEB3E-3F13-47FD-9363-059ECF85CA24}"/>
                </a:ext>
              </a:extLst>
            </p:cNvPr>
            <p:cNvCxnSpPr/>
            <p:nvPr userDrawn="1"/>
          </p:nvCxnSpPr>
          <p:spPr bwMode="invGray">
            <a:xfrm>
              <a:off x="0"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373AB56B-1DBC-4E4B-A722-E8BD0ECD1B41}"/>
                </a:ext>
              </a:extLst>
            </p:cNvPr>
            <p:cNvCxnSpPr/>
            <p:nvPr userDrawn="1"/>
          </p:nvCxnSpPr>
          <p:spPr bwMode="invGray">
            <a:xfrm>
              <a:off x="0"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7406E6C7-24A3-4B83-8726-B30607709EF5}"/>
                </a:ext>
              </a:extLst>
            </p:cNvPr>
            <p:cNvCxnSpPr/>
            <p:nvPr userDrawn="1"/>
          </p:nvCxnSpPr>
          <p:spPr bwMode="invGray">
            <a:xfrm>
              <a:off x="0"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ABF470C1-8F17-46A7-9CF6-68959FCC27C5}"/>
                </a:ext>
              </a:extLst>
            </p:cNvPr>
            <p:cNvCxnSpPr/>
            <p:nvPr userDrawn="1"/>
          </p:nvCxnSpPr>
          <p:spPr bwMode="invGray">
            <a:xfrm>
              <a:off x="0"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BDFB440D-CD6D-4896-879A-A739507A9DA0}"/>
                </a:ext>
              </a:extLst>
            </p:cNvPr>
            <p:cNvCxnSpPr/>
            <p:nvPr userDrawn="1"/>
          </p:nvCxnSpPr>
          <p:spPr bwMode="invGray">
            <a:xfrm>
              <a:off x="0"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213BC5EF-1845-45CB-A034-F5C2FECB524D}"/>
                </a:ext>
              </a:extLst>
            </p:cNvPr>
            <p:cNvCxnSpPr/>
            <p:nvPr userDrawn="1"/>
          </p:nvCxnSpPr>
          <p:spPr bwMode="invGray">
            <a:xfrm>
              <a:off x="0"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52206814-DAB9-4959-9312-D81139D2AED1}"/>
                </a:ext>
              </a:extLst>
            </p:cNvPr>
            <p:cNvCxnSpPr/>
            <p:nvPr userDrawn="1"/>
          </p:nvCxnSpPr>
          <p:spPr bwMode="invGray">
            <a:xfrm>
              <a:off x="0"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863072DF-59FF-4A0A-BAA0-5A11E1D2E4E3}"/>
                </a:ext>
              </a:extLst>
            </p:cNvPr>
            <p:cNvCxnSpPr/>
            <p:nvPr userDrawn="1"/>
          </p:nvCxnSpPr>
          <p:spPr bwMode="invGray">
            <a:xfrm>
              <a:off x="0"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8A4BE5F7-9CDA-49D9-BFEC-F2B196770FC3}"/>
                </a:ext>
              </a:extLst>
            </p:cNvPr>
            <p:cNvCxnSpPr/>
            <p:nvPr userDrawn="1"/>
          </p:nvCxnSpPr>
          <p:spPr bwMode="invGray">
            <a:xfrm>
              <a:off x="0"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CC5C0C16-0A28-498B-9C6F-5032271897D0}"/>
                </a:ext>
              </a:extLst>
            </p:cNvPr>
            <p:cNvCxnSpPr/>
            <p:nvPr userDrawn="1"/>
          </p:nvCxnSpPr>
          <p:spPr bwMode="invGray">
            <a:xfrm>
              <a:off x="0"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91131945-8EE6-4545-BF8A-AF353687BEB3}"/>
                </a:ext>
              </a:extLst>
            </p:cNvPr>
            <p:cNvCxnSpPr/>
            <p:nvPr userDrawn="1"/>
          </p:nvCxnSpPr>
          <p:spPr bwMode="invGray">
            <a:xfrm>
              <a:off x="0"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A75DD299-052D-4F8E-A9FE-D093F95B0FF2}"/>
                </a:ext>
              </a:extLst>
            </p:cNvPr>
            <p:cNvCxnSpPr/>
            <p:nvPr userDrawn="1"/>
          </p:nvCxnSpPr>
          <p:spPr bwMode="invGray">
            <a:xfrm>
              <a:off x="0"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58EBC29A-6A7B-40D5-897C-5DEEBEE6A4B2}"/>
                </a:ext>
              </a:extLst>
            </p:cNvPr>
            <p:cNvCxnSpPr/>
            <p:nvPr userDrawn="1"/>
          </p:nvCxnSpPr>
          <p:spPr bwMode="invGray">
            <a:xfrm>
              <a:off x="0"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C66B5FDD-F1EC-4F2C-B392-BC178AD8DA90}"/>
                </a:ext>
              </a:extLst>
            </p:cNvPr>
            <p:cNvCxnSpPr/>
            <p:nvPr userDrawn="1"/>
          </p:nvCxnSpPr>
          <p:spPr bwMode="invGray">
            <a:xfrm>
              <a:off x="0"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D93E83BE-872E-48AC-9FFE-A9F5597742DF}"/>
                </a:ext>
              </a:extLst>
            </p:cNvPr>
            <p:cNvCxnSpPr/>
            <p:nvPr userDrawn="1"/>
          </p:nvCxnSpPr>
          <p:spPr bwMode="invGray">
            <a:xfrm>
              <a:off x="0"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D9D1C528-2748-4906-ABB1-D32D60EC43E0}"/>
                </a:ext>
              </a:extLst>
            </p:cNvPr>
            <p:cNvCxnSpPr/>
            <p:nvPr userDrawn="1"/>
          </p:nvCxnSpPr>
          <p:spPr bwMode="invGray">
            <a:xfrm>
              <a:off x="0"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6982271F-16E6-4B46-8B36-C850AA36014C}"/>
                </a:ext>
              </a:extLst>
            </p:cNvPr>
            <p:cNvCxnSpPr/>
            <p:nvPr userDrawn="1"/>
          </p:nvCxnSpPr>
          <p:spPr bwMode="invGray">
            <a:xfrm>
              <a:off x="0"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8A678F6B-D7A6-4C5F-A60A-68F375965733}"/>
                </a:ext>
              </a:extLst>
            </p:cNvPr>
            <p:cNvCxnSpPr/>
            <p:nvPr userDrawn="1"/>
          </p:nvCxnSpPr>
          <p:spPr bwMode="invGray">
            <a:xfrm>
              <a:off x="0"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B1F16AAE-3D56-49D9-B1F8-CF0D668C4625}"/>
                </a:ext>
              </a:extLst>
            </p:cNvPr>
            <p:cNvCxnSpPr/>
            <p:nvPr userDrawn="1"/>
          </p:nvCxnSpPr>
          <p:spPr bwMode="invGray">
            <a:xfrm>
              <a:off x="0"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2146BA71-43F2-4516-96BC-46C1F7150D1F}"/>
                </a:ext>
              </a:extLst>
            </p:cNvPr>
            <p:cNvCxnSpPr/>
            <p:nvPr userDrawn="1"/>
          </p:nvCxnSpPr>
          <p:spPr bwMode="invGray">
            <a:xfrm>
              <a:off x="0"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6B2820DA-E0D5-407B-9227-F00335F2855C}"/>
                </a:ext>
              </a:extLst>
            </p:cNvPr>
            <p:cNvCxnSpPr/>
            <p:nvPr userDrawn="1"/>
          </p:nvCxnSpPr>
          <p:spPr bwMode="invGray">
            <a:xfrm>
              <a:off x="0"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A6A61357-206A-4A6B-82AD-45174279B301}"/>
                </a:ext>
              </a:extLst>
            </p:cNvPr>
            <p:cNvCxnSpPr/>
            <p:nvPr userDrawn="1"/>
          </p:nvCxnSpPr>
          <p:spPr bwMode="invGray">
            <a:xfrm>
              <a:off x="0"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6FD4E7D7-1920-4CDF-8C8E-2C8843C3234E}"/>
                </a:ext>
              </a:extLst>
            </p:cNvPr>
            <p:cNvCxnSpPr/>
            <p:nvPr userDrawn="1"/>
          </p:nvCxnSpPr>
          <p:spPr bwMode="invGray">
            <a:xfrm>
              <a:off x="0"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B6B52954-99B2-4CA1-BC58-BC2CE3144C2E}"/>
                </a:ext>
              </a:extLst>
            </p:cNvPr>
            <p:cNvCxnSpPr/>
            <p:nvPr userDrawn="1"/>
          </p:nvCxnSpPr>
          <p:spPr bwMode="invGray">
            <a:xfrm>
              <a:off x="0"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A58B8F17-F2CF-4C8B-9384-4763AEB46266}"/>
                </a:ext>
              </a:extLst>
            </p:cNvPr>
            <p:cNvCxnSpPr/>
            <p:nvPr userDrawn="1"/>
          </p:nvCxnSpPr>
          <p:spPr bwMode="invGray">
            <a:xfrm>
              <a:off x="0"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BF4D57F3-3690-4C8F-9DD3-6514140E8449}"/>
                </a:ext>
              </a:extLst>
            </p:cNvPr>
            <p:cNvCxnSpPr/>
            <p:nvPr userDrawn="1"/>
          </p:nvCxnSpPr>
          <p:spPr bwMode="invGray">
            <a:xfrm>
              <a:off x="0"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6F1248E6-58FC-4800-A342-F266640388C0}"/>
                </a:ext>
              </a:extLst>
            </p:cNvPr>
            <p:cNvCxnSpPr/>
            <p:nvPr userDrawn="1"/>
          </p:nvCxnSpPr>
          <p:spPr bwMode="invGray">
            <a:xfrm>
              <a:off x="0"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9B8011EA-A67B-4792-899C-6F30861FB41B}"/>
                </a:ext>
              </a:extLst>
            </p:cNvPr>
            <p:cNvCxnSpPr/>
            <p:nvPr userDrawn="1"/>
          </p:nvCxnSpPr>
          <p:spPr bwMode="invGray">
            <a:xfrm>
              <a:off x="0"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4E187538-C1B6-4AB3-9E92-1CBE573E39EA}"/>
                </a:ext>
              </a:extLst>
            </p:cNvPr>
            <p:cNvCxnSpPr/>
            <p:nvPr userDrawn="1"/>
          </p:nvCxnSpPr>
          <p:spPr bwMode="invGray">
            <a:xfrm>
              <a:off x="0"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F725F436-5B17-4F6D-B174-9FD6324175C9}"/>
                </a:ext>
              </a:extLst>
            </p:cNvPr>
            <p:cNvCxnSpPr/>
            <p:nvPr userDrawn="1"/>
          </p:nvCxnSpPr>
          <p:spPr bwMode="invGray">
            <a:xfrm>
              <a:off x="0"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3DD99996-2943-48E4-B56E-D3F05FDFEC4F}"/>
                </a:ext>
              </a:extLst>
            </p:cNvPr>
            <p:cNvCxnSpPr/>
            <p:nvPr userDrawn="1"/>
          </p:nvCxnSpPr>
          <p:spPr bwMode="invGray">
            <a:xfrm>
              <a:off x="0"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E8B8D663-5E52-4EA2-8D3F-41F6121FAE3C}"/>
                </a:ext>
              </a:extLst>
            </p:cNvPr>
            <p:cNvCxnSpPr/>
            <p:nvPr userDrawn="1"/>
          </p:nvCxnSpPr>
          <p:spPr bwMode="invGray">
            <a:xfrm>
              <a:off x="0"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11F6EC2A-C5C1-4266-92CE-81F84B827556}"/>
                </a:ext>
              </a:extLst>
            </p:cNvPr>
            <p:cNvCxnSpPr/>
            <p:nvPr userDrawn="1"/>
          </p:nvCxnSpPr>
          <p:spPr bwMode="invGray">
            <a:xfrm>
              <a:off x="0"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141" name="main body box">
              <a:extLst>
                <a:ext uri="{FF2B5EF4-FFF2-40B4-BE49-F238E27FC236}">
                  <a16:creationId xmlns:a16="http://schemas.microsoft.com/office/drawing/2014/main" id="{B218B8DC-43D2-4BF0-8019-414A6C978B50}"/>
                </a:ext>
              </a:extLst>
            </p:cNvPr>
            <p:cNvSpPr/>
            <p:nvPr userDrawn="1"/>
          </p:nvSpPr>
          <p:spPr bwMode="invGray">
            <a:xfrm>
              <a:off x="554736" y="1709928"/>
              <a:ext cx="11082528" cy="4507992"/>
            </a:xfrm>
            <a:prstGeom prst="rect">
              <a:avLst/>
            </a:prstGeom>
            <a:noFill/>
            <a:ln w="12700">
              <a:solidFill>
                <a:srgbClr val="19D3C5">
                  <a:alpha val="50000"/>
                </a:srgbClr>
              </a:solidFill>
            </a:ln>
          </p:spPr>
          <p:txBody>
            <a:bodyPr vert="horz" wrap="square" lIns="68572" tIns="34286" rIns="68572" bIns="34286" numCol="1" anchor="t" anchorCtr="0" compatLnSpc="1">
              <a:prstTxWarp prst="textNoShape">
                <a:avLst/>
              </a:prstTxWarp>
              <a:noAutofit/>
            </a:bodyPr>
            <a:lstStyle/>
            <a:p>
              <a:pPr rtl="0"/>
              <a:endParaRPr lang="en-US" sz="1323">
                <a:solidFill>
                  <a:schemeClr val="tx1"/>
                </a:solidFill>
                <a:latin typeface="+mn-lt"/>
                <a:ea typeface="+mn-ea"/>
                <a:cs typeface="+mn-cs"/>
              </a:endParaRPr>
            </a:p>
          </p:txBody>
        </p:sp>
        <p:cxnSp>
          <p:nvCxnSpPr>
            <p:cNvPr id="142" name="Straight Connector 141">
              <a:extLst>
                <a:ext uri="{FF2B5EF4-FFF2-40B4-BE49-F238E27FC236}">
                  <a16:creationId xmlns:a16="http://schemas.microsoft.com/office/drawing/2014/main" id="{F8A6CBCB-2578-43F1-B7A4-69F595E6E013}"/>
                </a:ext>
              </a:extLst>
            </p:cNvPr>
            <p:cNvCxnSpPr/>
            <p:nvPr userDrawn="1"/>
          </p:nvCxnSpPr>
          <p:spPr bwMode="invGray">
            <a:xfrm>
              <a:off x="554736" y="2177796"/>
              <a:ext cx="11082528" cy="0"/>
            </a:xfrm>
            <a:prstGeom prst="line">
              <a:avLst/>
            </a:prstGeom>
            <a:noFill/>
            <a:ln w="12700">
              <a:solidFill>
                <a:srgbClr val="19D3C5">
                  <a:alpha val="50000"/>
                </a:srgbClr>
              </a:solidFill>
            </a:ln>
          </p:spPr>
        </p:cxnSp>
        <p:cxnSp>
          <p:nvCxnSpPr>
            <p:cNvPr id="143" name="Straight Connector 142">
              <a:extLst>
                <a:ext uri="{FF2B5EF4-FFF2-40B4-BE49-F238E27FC236}">
                  <a16:creationId xmlns:a16="http://schemas.microsoft.com/office/drawing/2014/main" id="{62E19C48-49CD-490C-82AF-6A807F4A91F8}"/>
                </a:ext>
              </a:extLst>
            </p:cNvPr>
            <p:cNvCxnSpPr/>
            <p:nvPr userDrawn="1"/>
          </p:nvCxnSpPr>
          <p:spPr bwMode="invGray">
            <a:xfrm>
              <a:off x="554736" y="1711453"/>
              <a:ext cx="11082528" cy="0"/>
            </a:xfrm>
            <a:prstGeom prst="line">
              <a:avLst/>
            </a:prstGeom>
            <a:noFill/>
            <a:ln w="12700">
              <a:solidFill>
                <a:srgbClr val="19D3C5">
                  <a:alpha val="50000"/>
                </a:srgbClr>
              </a:solidFill>
            </a:ln>
          </p:spPr>
        </p:cxnSp>
      </p:grpSp>
      <p:sp>
        <p:nvSpPr>
          <p:cNvPr id="145" name="4. Footnote" hidden="1">
            <a:extLst>
              <a:ext uri="{FF2B5EF4-FFF2-40B4-BE49-F238E27FC236}">
                <a16:creationId xmlns:a16="http://schemas.microsoft.com/office/drawing/2014/main" id="{56E3DC21-21DB-42FE-8721-1BC0E89F13AE}"/>
              </a:ext>
            </a:extLst>
          </p:cNvPr>
          <p:cNvSpPr txBox="1"/>
          <p:nvPr userDrawn="1">
            <p:custDataLst>
              <p:tags r:id="rId24"/>
            </p:custDataLst>
          </p:nvPr>
        </p:nvSpPr>
        <p:spPr>
          <a:xfrm>
            <a:off x="553972" y="6278400"/>
            <a:ext cx="7278624" cy="123111"/>
          </a:xfrm>
          <a:prstGeom prst="rect">
            <a:avLst/>
          </a:prstGeom>
          <a:noFill/>
          <a:ln/>
          <a:extLst>
            <a:ext uri="{909E8E84-426E-40DD-AFC4-6F175D3DCCD1}">
              <a14:hiddenFill xmlns:a14="http://schemas.microsoft.com/office/drawing/2010/main">
                <a:solidFill>
                  <a:srgbClr val="FFFFFF"/>
                </a:solidFill>
              </a14:hiddenFill>
            </a:ext>
          </a:extLst>
        </p:spPr>
        <p:txBody>
          <a:bodyPr wrap="square" lIns="0" tIns="0" rIns="0" bIns="0" rtlCol="0" anchor="b" anchorCtr="0">
            <a:spAutoFit/>
          </a:bodyPr>
          <a:lstStyle>
            <a:defPPr>
              <a:defRPr lang="en-US"/>
            </a:defPPr>
            <a:lvl1pPr marL="203200" marR="0" lvl="0" indent="-212725" fontAlgn="auto">
              <a:lnSpc>
                <a:spcPct val="100000"/>
              </a:lnSpc>
              <a:spcBef>
                <a:spcPts val="0"/>
              </a:spcBef>
              <a:spcAft>
                <a:spcPts val="0"/>
              </a:spcAft>
              <a:buClrTx/>
              <a:buSzTx/>
              <a:buFontTx/>
              <a:buNone/>
              <a:tabLst/>
              <a:defRPr sz="800"/>
            </a:lvl1pPr>
          </a:lstStyle>
          <a:p>
            <a:pPr lvl="0"/>
            <a:r>
              <a:rPr lang="en-US"/>
              <a:t>Footnotes</a:t>
            </a:r>
          </a:p>
        </p:txBody>
      </p:sp>
      <p:sp>
        <p:nvSpPr>
          <p:cNvPr id="176" name="Sticker" hidden="1">
            <a:extLst>
              <a:ext uri="{FF2B5EF4-FFF2-40B4-BE49-F238E27FC236}">
                <a16:creationId xmlns:a16="http://schemas.microsoft.com/office/drawing/2014/main" id="{F05F3D84-B1F2-4969-91DD-7BB0F78A4159}"/>
              </a:ext>
            </a:extLst>
          </p:cNvPr>
          <p:cNvSpPr txBox="1"/>
          <p:nvPr userDrawn="1"/>
        </p:nvSpPr>
        <p:spPr>
          <a:xfrm>
            <a:off x="554736" y="1289273"/>
            <a:ext cx="450444" cy="123111"/>
          </a:xfrm>
          <a:prstGeom prst="rect">
            <a:avLst/>
          </a:prstGeom>
          <a:noFill/>
          <a:ln w="6350">
            <a:noFill/>
            <a:miter lim="800000"/>
          </a:ln>
        </p:spPr>
        <p:txBody>
          <a:bodyPr vert="horz" wrap="none" lIns="0" tIns="0" rIns="0" bIns="0" rtlCol="0">
            <a:spAutoFit/>
          </a:bodyPr>
          <a:lstStyle>
            <a:defPPr>
              <a:defRPr lang="en-US"/>
            </a:defPPr>
            <a:lvl1pPr>
              <a:spcBef>
                <a:spcPts val="300"/>
              </a:spcBef>
              <a:spcAft>
                <a:spcPts val="300"/>
              </a:spcAft>
              <a:buNone/>
              <a:defRPr sz="800" b="1" cap="all" baseline="0"/>
            </a:lvl1pPr>
          </a:lstStyle>
          <a:p>
            <a:pPr lvl="0"/>
            <a:r>
              <a:rPr lang="en-US"/>
              <a:t>STICKER</a:t>
            </a:r>
          </a:p>
        </p:txBody>
      </p:sp>
      <p:sp>
        <p:nvSpPr>
          <p:cNvPr id="4" name="Text Placeholder 3">
            <a:extLst>
              <a:ext uri="{FF2B5EF4-FFF2-40B4-BE49-F238E27FC236}">
                <a16:creationId xmlns:a16="http://schemas.microsoft.com/office/drawing/2014/main" id="{AEA8BC65-10CC-4404-9B17-2797DDA47747}"/>
              </a:ext>
            </a:extLst>
          </p:cNvPr>
          <p:cNvSpPr>
            <a:spLocks noGrp="1"/>
          </p:cNvSpPr>
          <p:nvPr>
            <p:ph type="body" idx="1"/>
          </p:nvPr>
        </p:nvSpPr>
        <p:spPr>
          <a:xfrm>
            <a:off x="554736" y="2170800"/>
            <a:ext cx="2542363" cy="1384995"/>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7" name="Picture 2" descr="Intelliplan - rekryteringsinstitutet.se">
            <a:extLst>
              <a:ext uri="{FF2B5EF4-FFF2-40B4-BE49-F238E27FC236}">
                <a16:creationId xmlns:a16="http://schemas.microsoft.com/office/drawing/2014/main" id="{F832074F-EB12-07E2-9B4E-BA840D281FA9}"/>
              </a:ext>
            </a:extLst>
          </p:cNvPr>
          <p:cNvPicPr>
            <a:picLocks noChangeAspect="1" noChangeArrowheads="1"/>
          </p:cNvPicPr>
          <p:nvPr userDrawn="1"/>
        </p:nvPicPr>
        <p:blipFill>
          <a:blip r:embed="rId43">
            <a:extLst>
              <a:ext uri="{BEBA8EAE-BF5A-486C-A8C5-ECC9F3942E4B}">
                <a14:imgProps xmlns:a14="http://schemas.microsoft.com/office/drawing/2010/main">
                  <a14:imgLayer r:embed="rId4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770613" y="6405794"/>
            <a:ext cx="541912" cy="287608"/>
          </a:xfrm>
          <a:prstGeom prst="rect">
            <a:avLst/>
          </a:prstGeom>
          <a:noFill/>
          <a:extLst>
            <a:ext uri="{909E8E84-426E-40DD-AFC4-6F175D3DCCD1}">
              <a14:hiddenFill xmlns:a14="http://schemas.microsoft.com/office/drawing/2010/main">
                <a:solidFill>
                  <a:srgbClr val="FFFFFF"/>
                </a:solidFill>
              </a14:hiddenFill>
            </a:ext>
          </a:extLst>
        </p:spPr>
      </p:pic>
      <p:grpSp>
        <p:nvGrpSpPr>
          <p:cNvPr id="45" name="LegendBoxes" hidden="1">
            <a:extLst>
              <a:ext uri="{FF2B5EF4-FFF2-40B4-BE49-F238E27FC236}">
                <a16:creationId xmlns:a16="http://schemas.microsoft.com/office/drawing/2014/main" id="{44306A07-EC72-1425-2894-6B4FC70E38FA}"/>
              </a:ext>
            </a:extLst>
          </p:cNvPr>
          <p:cNvGrpSpPr/>
          <p:nvPr userDrawn="1"/>
        </p:nvGrpSpPr>
        <p:grpSpPr>
          <a:xfrm>
            <a:off x="10714801" y="4381500"/>
            <a:ext cx="922463" cy="1717282"/>
            <a:chOff x="10554770" y="4322824"/>
            <a:chExt cx="922463" cy="1717282"/>
          </a:xfrm>
        </p:grpSpPr>
        <p:sp>
          <p:nvSpPr>
            <p:cNvPr id="46" name="RectangleLegend1" hidden="1">
              <a:extLst>
                <a:ext uri="{FF2B5EF4-FFF2-40B4-BE49-F238E27FC236}">
                  <a16:creationId xmlns:a16="http://schemas.microsoft.com/office/drawing/2014/main" id="{89A4CBE4-D877-3ECD-A4D8-00AE294F274B}"/>
                </a:ext>
              </a:extLst>
            </p:cNvPr>
            <p:cNvSpPr/>
            <p:nvPr/>
          </p:nvSpPr>
          <p:spPr>
            <a:xfrm>
              <a:off x="10554770" y="4344182"/>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48" name="RectangleLegend2" hidden="1">
              <a:extLst>
                <a:ext uri="{FF2B5EF4-FFF2-40B4-BE49-F238E27FC236}">
                  <a16:creationId xmlns:a16="http://schemas.microsoft.com/office/drawing/2014/main" id="{88801B0B-025D-161C-D4AF-7CAD800749B4}"/>
                </a:ext>
              </a:extLst>
            </p:cNvPr>
            <p:cNvSpPr/>
            <p:nvPr/>
          </p:nvSpPr>
          <p:spPr>
            <a:xfrm>
              <a:off x="10554770" y="4723680"/>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49" name="RectangleLegend3" hidden="1">
              <a:extLst>
                <a:ext uri="{FF2B5EF4-FFF2-40B4-BE49-F238E27FC236}">
                  <a16:creationId xmlns:a16="http://schemas.microsoft.com/office/drawing/2014/main" id="{BCD4DA4D-01FD-722D-1022-36236F65ABD4}"/>
                </a:ext>
              </a:extLst>
            </p:cNvPr>
            <p:cNvSpPr/>
            <p:nvPr/>
          </p:nvSpPr>
          <p:spPr>
            <a:xfrm>
              <a:off x="10554770" y="5097276"/>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50" name="RectangleLegend4" hidden="1">
              <a:extLst>
                <a:ext uri="{FF2B5EF4-FFF2-40B4-BE49-F238E27FC236}">
                  <a16:creationId xmlns:a16="http://schemas.microsoft.com/office/drawing/2014/main" id="{6048A5FF-85FD-8506-E00A-BA1A037AADCC}"/>
                </a:ext>
              </a:extLst>
            </p:cNvPr>
            <p:cNvSpPr/>
            <p:nvPr/>
          </p:nvSpPr>
          <p:spPr>
            <a:xfrm>
              <a:off x="10554770" y="5470872"/>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51" name="RectangleLegend5" hidden="1">
              <a:extLst>
                <a:ext uri="{FF2B5EF4-FFF2-40B4-BE49-F238E27FC236}">
                  <a16:creationId xmlns:a16="http://schemas.microsoft.com/office/drawing/2014/main" id="{4106275D-61B8-D2CF-DBCF-15FFFED548D0}"/>
                </a:ext>
              </a:extLst>
            </p:cNvPr>
            <p:cNvSpPr/>
            <p:nvPr/>
          </p:nvSpPr>
          <p:spPr>
            <a:xfrm>
              <a:off x="10554770" y="5844468"/>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52" name="Legend1" hidden="1">
              <a:extLst>
                <a:ext uri="{FF2B5EF4-FFF2-40B4-BE49-F238E27FC236}">
                  <a16:creationId xmlns:a16="http://schemas.microsoft.com/office/drawing/2014/main" id="{DA1F1E73-0BEC-5397-F580-E97CCC466521}"/>
                </a:ext>
              </a:extLst>
            </p:cNvPr>
            <p:cNvSpPr txBox="1"/>
            <p:nvPr/>
          </p:nvSpPr>
          <p:spPr>
            <a:xfrm>
              <a:off x="10880916" y="4322824"/>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54" name="Legend2" hidden="1">
              <a:extLst>
                <a:ext uri="{FF2B5EF4-FFF2-40B4-BE49-F238E27FC236}">
                  <a16:creationId xmlns:a16="http://schemas.microsoft.com/office/drawing/2014/main" id="{7C84CE06-E86B-0A00-A1B4-1E0CA4DD2A78}"/>
                </a:ext>
              </a:extLst>
            </p:cNvPr>
            <p:cNvSpPr txBox="1"/>
            <p:nvPr/>
          </p:nvSpPr>
          <p:spPr>
            <a:xfrm>
              <a:off x="10880916" y="4702322"/>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03" name="Legend3" hidden="1">
              <a:extLst>
                <a:ext uri="{FF2B5EF4-FFF2-40B4-BE49-F238E27FC236}">
                  <a16:creationId xmlns:a16="http://schemas.microsoft.com/office/drawing/2014/main" id="{D514C365-EEE8-FD0B-CB03-59BAEDCC47FC}"/>
                </a:ext>
              </a:extLst>
            </p:cNvPr>
            <p:cNvSpPr txBox="1"/>
            <p:nvPr/>
          </p:nvSpPr>
          <p:spPr>
            <a:xfrm>
              <a:off x="10880916" y="5081820"/>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04" name="Legend4" hidden="1">
              <a:extLst>
                <a:ext uri="{FF2B5EF4-FFF2-40B4-BE49-F238E27FC236}">
                  <a16:creationId xmlns:a16="http://schemas.microsoft.com/office/drawing/2014/main" id="{839EF47F-8692-98D8-94D6-F6BE68347299}"/>
                </a:ext>
              </a:extLst>
            </p:cNvPr>
            <p:cNvSpPr txBox="1"/>
            <p:nvPr/>
          </p:nvSpPr>
          <p:spPr>
            <a:xfrm>
              <a:off x="10880916" y="5453241"/>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06" name="Legend5" hidden="1">
              <a:extLst>
                <a:ext uri="{FF2B5EF4-FFF2-40B4-BE49-F238E27FC236}">
                  <a16:creationId xmlns:a16="http://schemas.microsoft.com/office/drawing/2014/main" id="{20EFF452-1FB6-D8AF-F99D-EC580FA07BD6}"/>
                </a:ext>
              </a:extLst>
            </p:cNvPr>
            <p:cNvSpPr txBox="1"/>
            <p:nvPr/>
          </p:nvSpPr>
          <p:spPr>
            <a:xfrm>
              <a:off x="10880915" y="5824662"/>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grpSp>
      <p:grpSp>
        <p:nvGrpSpPr>
          <p:cNvPr id="144" name="LegendLines" hidden="1">
            <a:extLst>
              <a:ext uri="{FF2B5EF4-FFF2-40B4-BE49-F238E27FC236}">
                <a16:creationId xmlns:a16="http://schemas.microsoft.com/office/drawing/2014/main" id="{0F675E99-1C9C-07E2-6B1F-82DDFE34C129}"/>
              </a:ext>
            </a:extLst>
          </p:cNvPr>
          <p:cNvGrpSpPr/>
          <p:nvPr userDrawn="1"/>
        </p:nvGrpSpPr>
        <p:grpSpPr>
          <a:xfrm>
            <a:off x="10317304" y="3150831"/>
            <a:ext cx="1319960" cy="958286"/>
            <a:chOff x="10162879" y="3243772"/>
            <a:chExt cx="1319960" cy="958286"/>
          </a:xfrm>
        </p:grpSpPr>
        <p:sp>
          <p:nvSpPr>
            <p:cNvPr id="146" name="Legend1" hidden="1">
              <a:extLst>
                <a:ext uri="{FF2B5EF4-FFF2-40B4-BE49-F238E27FC236}">
                  <a16:creationId xmlns:a16="http://schemas.microsoft.com/office/drawing/2014/main" id="{59091977-F95D-7DCB-44A1-F08C26732155}"/>
                </a:ext>
              </a:extLst>
            </p:cNvPr>
            <p:cNvSpPr txBox="1"/>
            <p:nvPr/>
          </p:nvSpPr>
          <p:spPr>
            <a:xfrm>
              <a:off x="10886522" y="3243772"/>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47" name="Legend2" hidden="1">
              <a:extLst>
                <a:ext uri="{FF2B5EF4-FFF2-40B4-BE49-F238E27FC236}">
                  <a16:creationId xmlns:a16="http://schemas.microsoft.com/office/drawing/2014/main" id="{3D70DD9F-E4DB-B6B2-6F32-CE415D53606E}"/>
                </a:ext>
              </a:extLst>
            </p:cNvPr>
            <p:cNvSpPr txBox="1"/>
            <p:nvPr/>
          </p:nvSpPr>
          <p:spPr>
            <a:xfrm>
              <a:off x="10886522" y="3615193"/>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48" name="Legend3" hidden="1">
              <a:extLst>
                <a:ext uri="{FF2B5EF4-FFF2-40B4-BE49-F238E27FC236}">
                  <a16:creationId xmlns:a16="http://schemas.microsoft.com/office/drawing/2014/main" id="{0CF73D88-A658-684D-4455-3F19EC49DA72}"/>
                </a:ext>
              </a:extLst>
            </p:cNvPr>
            <p:cNvSpPr txBox="1"/>
            <p:nvPr/>
          </p:nvSpPr>
          <p:spPr>
            <a:xfrm>
              <a:off x="10886522" y="3986614"/>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49" name="LineLegend3" hidden="1">
              <a:extLst>
                <a:ext uri="{FF2B5EF4-FFF2-40B4-BE49-F238E27FC236}">
                  <a16:creationId xmlns:a16="http://schemas.microsoft.com/office/drawing/2014/main" id="{84DFDB8C-730E-499A-8027-369A66FE7B0B}"/>
                </a:ext>
              </a:extLst>
            </p:cNvPr>
            <p:cNvSpPr>
              <a:spLocks noChangeShapeType="1"/>
            </p:cNvSpPr>
            <p:nvPr/>
          </p:nvSpPr>
          <p:spPr bwMode="gray">
            <a:xfrm>
              <a:off x="10162879" y="4092784"/>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sz="1400" baseline="0"/>
            </a:p>
          </p:txBody>
        </p:sp>
        <p:sp>
          <p:nvSpPr>
            <p:cNvPr id="150" name="LineLegend2" hidden="1">
              <a:extLst>
                <a:ext uri="{FF2B5EF4-FFF2-40B4-BE49-F238E27FC236}">
                  <a16:creationId xmlns:a16="http://schemas.microsoft.com/office/drawing/2014/main" id="{A25319BF-D08F-3054-D4C2-58CE22EFD627}"/>
                </a:ext>
              </a:extLst>
            </p:cNvPr>
            <p:cNvSpPr>
              <a:spLocks noChangeShapeType="1"/>
            </p:cNvSpPr>
            <p:nvPr/>
          </p:nvSpPr>
          <p:spPr bwMode="gray">
            <a:xfrm>
              <a:off x="10162879" y="3719425"/>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sz="1400" baseline="0"/>
            </a:p>
          </p:txBody>
        </p:sp>
        <p:sp>
          <p:nvSpPr>
            <p:cNvPr id="151" name="LineLegend1" hidden="1">
              <a:extLst>
                <a:ext uri="{FF2B5EF4-FFF2-40B4-BE49-F238E27FC236}">
                  <a16:creationId xmlns:a16="http://schemas.microsoft.com/office/drawing/2014/main" id="{35758A9A-D493-BA99-6BB5-F87BDA426ACC}"/>
                </a:ext>
              </a:extLst>
            </p:cNvPr>
            <p:cNvSpPr>
              <a:spLocks noChangeShapeType="1"/>
            </p:cNvSpPr>
            <p:nvPr/>
          </p:nvSpPr>
          <p:spPr bwMode="gray">
            <a:xfrm>
              <a:off x="10162879" y="3351494"/>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sz="1400" baseline="0"/>
            </a:p>
          </p:txBody>
        </p:sp>
      </p:grpSp>
      <p:grpSp>
        <p:nvGrpSpPr>
          <p:cNvPr id="152" name="LegendMoons" hidden="1">
            <a:extLst>
              <a:ext uri="{FF2B5EF4-FFF2-40B4-BE49-F238E27FC236}">
                <a16:creationId xmlns:a16="http://schemas.microsoft.com/office/drawing/2014/main" id="{A09D5B3E-6C93-C4B1-0439-E030441F468A}"/>
              </a:ext>
            </a:extLst>
          </p:cNvPr>
          <p:cNvGrpSpPr/>
          <p:nvPr userDrawn="1"/>
        </p:nvGrpSpPr>
        <p:grpSpPr>
          <a:xfrm>
            <a:off x="10684859" y="1146588"/>
            <a:ext cx="948949" cy="1731859"/>
            <a:chOff x="7716535" y="2630582"/>
            <a:chExt cx="948949" cy="1731859"/>
          </a:xfrm>
        </p:grpSpPr>
        <p:sp>
          <p:nvSpPr>
            <p:cNvPr id="153" name="Legend1" hidden="1">
              <a:extLst>
                <a:ext uri="{FF2B5EF4-FFF2-40B4-BE49-F238E27FC236}">
                  <a16:creationId xmlns:a16="http://schemas.microsoft.com/office/drawing/2014/main" id="{2C8A896F-8D2A-E1C2-BE3B-10C7D2279FDE}"/>
                </a:ext>
              </a:extLst>
            </p:cNvPr>
            <p:cNvSpPr txBox="1"/>
            <p:nvPr/>
          </p:nvSpPr>
          <p:spPr>
            <a:xfrm>
              <a:off x="8069167" y="2637941"/>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54" name="Legend2" hidden="1">
              <a:extLst>
                <a:ext uri="{FF2B5EF4-FFF2-40B4-BE49-F238E27FC236}">
                  <a16:creationId xmlns:a16="http://schemas.microsoft.com/office/drawing/2014/main" id="{768BA7A9-E865-E690-3EAC-47671E8DD383}"/>
                </a:ext>
              </a:extLst>
            </p:cNvPr>
            <p:cNvSpPr txBox="1"/>
            <p:nvPr/>
          </p:nvSpPr>
          <p:spPr>
            <a:xfrm>
              <a:off x="8069167" y="3013400"/>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55" name="Legend3" hidden="1">
              <a:extLst>
                <a:ext uri="{FF2B5EF4-FFF2-40B4-BE49-F238E27FC236}">
                  <a16:creationId xmlns:a16="http://schemas.microsoft.com/office/drawing/2014/main" id="{1B940117-BD71-099E-BAFC-660F4D378D41}"/>
                </a:ext>
              </a:extLst>
            </p:cNvPr>
            <p:cNvSpPr txBox="1"/>
            <p:nvPr/>
          </p:nvSpPr>
          <p:spPr>
            <a:xfrm>
              <a:off x="8069167" y="3388859"/>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56" name="Legend4" hidden="1">
              <a:extLst>
                <a:ext uri="{FF2B5EF4-FFF2-40B4-BE49-F238E27FC236}">
                  <a16:creationId xmlns:a16="http://schemas.microsoft.com/office/drawing/2014/main" id="{805400DF-3D51-1F18-315F-9F0A2FEC2A11}"/>
                </a:ext>
              </a:extLst>
            </p:cNvPr>
            <p:cNvSpPr txBox="1"/>
            <p:nvPr/>
          </p:nvSpPr>
          <p:spPr>
            <a:xfrm>
              <a:off x="8069167" y="3764318"/>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57" name="Legend5" hidden="1">
              <a:extLst>
                <a:ext uri="{FF2B5EF4-FFF2-40B4-BE49-F238E27FC236}">
                  <a16:creationId xmlns:a16="http://schemas.microsoft.com/office/drawing/2014/main" id="{CBFC0196-5C11-56A6-ABF4-7316E0C59661}"/>
                </a:ext>
              </a:extLst>
            </p:cNvPr>
            <p:cNvSpPr txBox="1"/>
            <p:nvPr/>
          </p:nvSpPr>
          <p:spPr>
            <a:xfrm>
              <a:off x="8069167" y="4139779"/>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grpSp>
          <p:nvGrpSpPr>
            <p:cNvPr id="158" name="MoonLegend1" hidden="1">
              <a:extLst>
                <a:ext uri="{FF2B5EF4-FFF2-40B4-BE49-F238E27FC236}">
                  <a16:creationId xmlns:a16="http://schemas.microsoft.com/office/drawing/2014/main" id="{AB3B4D3A-40E9-5452-EC7D-D6AD8390A78E}"/>
                </a:ext>
              </a:extLst>
            </p:cNvPr>
            <p:cNvGrpSpPr>
              <a:grpSpLocks noChangeAspect="1"/>
            </p:cNvGrpSpPr>
            <p:nvPr>
              <p:custDataLst>
                <p:tags r:id="rId26"/>
              </p:custDataLst>
            </p:nvPr>
          </p:nvGrpSpPr>
          <p:grpSpPr>
            <a:xfrm>
              <a:off x="7716535" y="2630582"/>
              <a:ext cx="228600" cy="228600"/>
              <a:chOff x="762000" y="1270000"/>
              <a:chExt cx="254000" cy="254000"/>
            </a:xfrm>
          </p:grpSpPr>
          <p:sp>
            <p:nvSpPr>
              <p:cNvPr id="171" name="Oval 170" hidden="1">
                <a:extLst>
                  <a:ext uri="{FF2B5EF4-FFF2-40B4-BE49-F238E27FC236}">
                    <a16:creationId xmlns:a16="http://schemas.microsoft.com/office/drawing/2014/main" id="{33C8D327-59CA-433A-C3A9-683F9544AD8B}"/>
                  </a:ext>
                </a:extLst>
              </p:cNvPr>
              <p:cNvSpPr/>
              <p:nvPr>
                <p:custDataLst>
                  <p:tags r:id="rId39"/>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172" name="Arc 171" hidden="1">
                <a:extLst>
                  <a:ext uri="{FF2B5EF4-FFF2-40B4-BE49-F238E27FC236}">
                    <a16:creationId xmlns:a16="http://schemas.microsoft.com/office/drawing/2014/main" id="{7EBA1426-BD84-0AA3-2467-21165FEF6C4F}"/>
                  </a:ext>
                </a:extLst>
              </p:cNvPr>
              <p:cNvSpPr/>
              <p:nvPr>
                <p:custDataLst>
                  <p:tags r:id="rId40"/>
                </p:custDataLst>
              </p:nvPr>
            </p:nvSpPr>
            <p:spPr>
              <a:xfrm>
                <a:off x="762000" y="1270000"/>
                <a:ext cx="254000" cy="254000"/>
              </a:xfrm>
              <a:prstGeom prst="arc">
                <a:avLst>
                  <a:gd name="adj1" fmla="val 16200000"/>
                  <a:gd name="adj2" fmla="val 5400000"/>
                </a:avLst>
              </a:prstGeom>
              <a:solidFill>
                <a:schemeClr val="accent2"/>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grpSp>
        <p:grpSp>
          <p:nvGrpSpPr>
            <p:cNvPr id="159" name="MoonLegend2" hidden="1">
              <a:extLst>
                <a:ext uri="{FF2B5EF4-FFF2-40B4-BE49-F238E27FC236}">
                  <a16:creationId xmlns:a16="http://schemas.microsoft.com/office/drawing/2014/main" id="{7DBFE4BC-E74E-26C4-270E-90685CACFD23}"/>
                </a:ext>
              </a:extLst>
            </p:cNvPr>
            <p:cNvGrpSpPr>
              <a:grpSpLocks noChangeAspect="1"/>
            </p:cNvGrpSpPr>
            <p:nvPr>
              <p:custDataLst>
                <p:tags r:id="rId27"/>
              </p:custDataLst>
            </p:nvPr>
          </p:nvGrpSpPr>
          <p:grpSpPr>
            <a:xfrm>
              <a:off x="7716535" y="3006395"/>
              <a:ext cx="228600" cy="228600"/>
              <a:chOff x="762000" y="1270000"/>
              <a:chExt cx="254000" cy="254000"/>
            </a:xfrm>
          </p:grpSpPr>
          <p:sp>
            <p:nvSpPr>
              <p:cNvPr id="169" name="Oval 168" hidden="1">
                <a:extLst>
                  <a:ext uri="{FF2B5EF4-FFF2-40B4-BE49-F238E27FC236}">
                    <a16:creationId xmlns:a16="http://schemas.microsoft.com/office/drawing/2014/main" id="{9E06BC3F-FA69-F189-4343-A8F5C6C5DC7B}"/>
                  </a:ext>
                </a:extLst>
              </p:cNvPr>
              <p:cNvSpPr/>
              <p:nvPr>
                <p:custDataLst>
                  <p:tags r:id="rId37"/>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170" name="Arc 169" hidden="1">
                <a:extLst>
                  <a:ext uri="{FF2B5EF4-FFF2-40B4-BE49-F238E27FC236}">
                    <a16:creationId xmlns:a16="http://schemas.microsoft.com/office/drawing/2014/main" id="{944AF22C-F4D0-9229-12C8-BA23EAFFBA9D}"/>
                  </a:ext>
                </a:extLst>
              </p:cNvPr>
              <p:cNvSpPr/>
              <p:nvPr>
                <p:custDataLst>
                  <p:tags r:id="rId38"/>
                </p:custDataLst>
              </p:nvPr>
            </p:nvSpPr>
            <p:spPr>
              <a:xfrm>
                <a:off x="762000" y="1270000"/>
                <a:ext cx="254000" cy="254000"/>
              </a:xfrm>
              <a:prstGeom prst="arc">
                <a:avLst>
                  <a:gd name="adj1" fmla="val 16200000"/>
                  <a:gd name="adj2" fmla="val 0"/>
                </a:avLst>
              </a:prstGeom>
              <a:solidFill>
                <a:schemeClr val="accent2"/>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grpSp>
        <p:grpSp>
          <p:nvGrpSpPr>
            <p:cNvPr id="160" name="MoonLegend3" hidden="1">
              <a:extLst>
                <a:ext uri="{FF2B5EF4-FFF2-40B4-BE49-F238E27FC236}">
                  <a16:creationId xmlns:a16="http://schemas.microsoft.com/office/drawing/2014/main" id="{0DD9B2AD-F97B-A841-69BB-CC4EAA3DAC2B}"/>
                </a:ext>
              </a:extLst>
            </p:cNvPr>
            <p:cNvGrpSpPr>
              <a:grpSpLocks noChangeAspect="1"/>
            </p:cNvGrpSpPr>
            <p:nvPr>
              <p:custDataLst>
                <p:tags r:id="rId28"/>
              </p:custDataLst>
            </p:nvPr>
          </p:nvGrpSpPr>
          <p:grpSpPr>
            <a:xfrm>
              <a:off x="7716535" y="3382210"/>
              <a:ext cx="228600" cy="228600"/>
              <a:chOff x="762000" y="1270000"/>
              <a:chExt cx="254000" cy="254000"/>
            </a:xfrm>
          </p:grpSpPr>
          <p:sp>
            <p:nvSpPr>
              <p:cNvPr id="167" name="Oval 166" hidden="1">
                <a:extLst>
                  <a:ext uri="{FF2B5EF4-FFF2-40B4-BE49-F238E27FC236}">
                    <a16:creationId xmlns:a16="http://schemas.microsoft.com/office/drawing/2014/main" id="{D004D6D8-FA2A-DA31-44CE-48816AB6C2F5}"/>
                  </a:ext>
                </a:extLst>
              </p:cNvPr>
              <p:cNvSpPr/>
              <p:nvPr>
                <p:custDataLst>
                  <p:tags r:id="rId35"/>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168" name="Arc 167" hidden="1">
                <a:extLst>
                  <a:ext uri="{FF2B5EF4-FFF2-40B4-BE49-F238E27FC236}">
                    <a16:creationId xmlns:a16="http://schemas.microsoft.com/office/drawing/2014/main" id="{FFBA7C00-695C-10CB-B30A-59A6F4F835EA}"/>
                  </a:ext>
                </a:extLst>
              </p:cNvPr>
              <p:cNvSpPr/>
              <p:nvPr>
                <p:custDataLst>
                  <p:tags r:id="rId36"/>
                </p:custDataLst>
              </p:nvPr>
            </p:nvSpPr>
            <p:spPr>
              <a:xfrm>
                <a:off x="762000" y="1270000"/>
                <a:ext cx="254000" cy="254000"/>
              </a:xfrm>
              <a:prstGeom prst="arc">
                <a:avLst>
                  <a:gd name="adj1" fmla="val 16200000"/>
                  <a:gd name="adj2" fmla="val 5400000"/>
                </a:avLst>
              </a:prstGeom>
              <a:solidFill>
                <a:schemeClr val="accent2"/>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grpSp>
        <p:grpSp>
          <p:nvGrpSpPr>
            <p:cNvPr id="161" name="MoonLegend4" hidden="1">
              <a:extLst>
                <a:ext uri="{FF2B5EF4-FFF2-40B4-BE49-F238E27FC236}">
                  <a16:creationId xmlns:a16="http://schemas.microsoft.com/office/drawing/2014/main" id="{A253F3C9-CFB7-6921-6670-82CAC5082DC3}"/>
                </a:ext>
              </a:extLst>
            </p:cNvPr>
            <p:cNvGrpSpPr>
              <a:grpSpLocks noChangeAspect="1"/>
            </p:cNvGrpSpPr>
            <p:nvPr>
              <p:custDataLst>
                <p:tags r:id="rId29"/>
              </p:custDataLst>
            </p:nvPr>
          </p:nvGrpSpPr>
          <p:grpSpPr>
            <a:xfrm>
              <a:off x="7716535" y="3758025"/>
              <a:ext cx="228600" cy="228600"/>
              <a:chOff x="762000" y="1270000"/>
              <a:chExt cx="254000" cy="254000"/>
            </a:xfrm>
          </p:grpSpPr>
          <p:sp>
            <p:nvSpPr>
              <p:cNvPr id="165" name="Oval 164" hidden="1">
                <a:extLst>
                  <a:ext uri="{FF2B5EF4-FFF2-40B4-BE49-F238E27FC236}">
                    <a16:creationId xmlns:a16="http://schemas.microsoft.com/office/drawing/2014/main" id="{DD26A11D-B8E5-13C0-C7F6-9252E502CBCA}"/>
                  </a:ext>
                </a:extLst>
              </p:cNvPr>
              <p:cNvSpPr/>
              <p:nvPr>
                <p:custDataLst>
                  <p:tags r:id="rId33"/>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166" name="Arc 165" hidden="1">
                <a:extLst>
                  <a:ext uri="{FF2B5EF4-FFF2-40B4-BE49-F238E27FC236}">
                    <a16:creationId xmlns:a16="http://schemas.microsoft.com/office/drawing/2014/main" id="{2D39B230-B7EF-FA43-05BC-6283DAED6AA3}"/>
                  </a:ext>
                </a:extLst>
              </p:cNvPr>
              <p:cNvSpPr/>
              <p:nvPr>
                <p:custDataLst>
                  <p:tags r:id="rId34"/>
                </p:custDataLst>
              </p:nvPr>
            </p:nvSpPr>
            <p:spPr>
              <a:xfrm>
                <a:off x="762000" y="1270000"/>
                <a:ext cx="254000" cy="254000"/>
              </a:xfrm>
              <a:prstGeom prst="arc">
                <a:avLst>
                  <a:gd name="adj1" fmla="val 16200000"/>
                  <a:gd name="adj2" fmla="val 10800000"/>
                </a:avLst>
              </a:prstGeom>
              <a:solidFill>
                <a:schemeClr val="accent2"/>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grpSp>
        <p:grpSp>
          <p:nvGrpSpPr>
            <p:cNvPr id="162" name="MoonLegend5" hidden="1">
              <a:extLst>
                <a:ext uri="{FF2B5EF4-FFF2-40B4-BE49-F238E27FC236}">
                  <a16:creationId xmlns:a16="http://schemas.microsoft.com/office/drawing/2014/main" id="{61CC4C45-933E-ED72-BF4A-6DD64F58668B}"/>
                </a:ext>
              </a:extLst>
            </p:cNvPr>
            <p:cNvGrpSpPr>
              <a:grpSpLocks noChangeAspect="1"/>
            </p:cNvGrpSpPr>
            <p:nvPr>
              <p:custDataLst>
                <p:tags r:id="rId30"/>
              </p:custDataLst>
            </p:nvPr>
          </p:nvGrpSpPr>
          <p:grpSpPr>
            <a:xfrm>
              <a:off x="7716535" y="4133841"/>
              <a:ext cx="228600" cy="228600"/>
              <a:chOff x="762000" y="1270000"/>
              <a:chExt cx="254000" cy="254000"/>
            </a:xfrm>
          </p:grpSpPr>
          <p:sp>
            <p:nvSpPr>
              <p:cNvPr id="163" name="Oval 162" hidden="1">
                <a:extLst>
                  <a:ext uri="{FF2B5EF4-FFF2-40B4-BE49-F238E27FC236}">
                    <a16:creationId xmlns:a16="http://schemas.microsoft.com/office/drawing/2014/main" id="{B3476FC7-00B5-1DD5-0FD7-75E1139B23AA}"/>
                  </a:ext>
                </a:extLst>
              </p:cNvPr>
              <p:cNvSpPr/>
              <p:nvPr>
                <p:custDataLst>
                  <p:tags r:id="rId31"/>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164" name="Arc 163" hidden="1">
                <a:extLst>
                  <a:ext uri="{FF2B5EF4-FFF2-40B4-BE49-F238E27FC236}">
                    <a16:creationId xmlns:a16="http://schemas.microsoft.com/office/drawing/2014/main" id="{6207617E-5FBE-3620-5F06-30A831A8F778}"/>
                  </a:ext>
                </a:extLst>
              </p:cNvPr>
              <p:cNvSpPr/>
              <p:nvPr>
                <p:custDataLst>
                  <p:tags r:id="rId32"/>
                </p:custDataLst>
              </p:nvPr>
            </p:nvSpPr>
            <p:spPr>
              <a:xfrm>
                <a:off x="762000" y="1270000"/>
                <a:ext cx="254000" cy="254000"/>
              </a:xfrm>
              <a:prstGeom prst="arc">
                <a:avLst>
                  <a:gd name="adj1" fmla="val 16200000"/>
                  <a:gd name="adj2" fmla="val 16200000"/>
                </a:avLst>
              </a:prstGeom>
              <a:solidFill>
                <a:schemeClr val="accent2"/>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grpSp>
      </p:grpSp>
      <p:sp>
        <p:nvSpPr>
          <p:cNvPr id="5" name="ACET" hidden="1">
            <a:extLst>
              <a:ext uri="{FF2B5EF4-FFF2-40B4-BE49-F238E27FC236}">
                <a16:creationId xmlns:a16="http://schemas.microsoft.com/office/drawing/2014/main" id="{5B821FC5-D509-4EF4-EC89-E336FECAC2E9}"/>
              </a:ext>
            </a:extLst>
          </p:cNvPr>
          <p:cNvSpPr txBox="1"/>
          <p:nvPr userDrawn="1">
            <p:custDataLst>
              <p:tags r:id="rId25"/>
            </p:custDataLst>
          </p:nvPr>
        </p:nvSpPr>
        <p:spPr>
          <a:xfrm>
            <a:off x="5987738" y="2171700"/>
            <a:ext cx="3049253" cy="538609"/>
          </a:xfrm>
          <a:prstGeom prst="rect">
            <a:avLst/>
          </a:prstGeom>
        </p:spPr>
        <p:txBody>
          <a:bodyPr vert="horz" wrap="square" lIns="0" tIns="0" rIns="0" bIns="0" rtlCol="0">
            <a:spAutoFit/>
          </a:bodyPr>
          <a:lstStyle>
            <a:defPPr>
              <a:defRPr lang="en-US"/>
            </a:defPPr>
            <a:lvl1pPr lvl="0" indent="0">
              <a:lnSpc>
                <a:spcPct val="100000"/>
              </a:lnSpc>
              <a:spcBef>
                <a:spcPts val="0"/>
              </a:spcBef>
              <a:spcAft>
                <a:spcPts val="600"/>
              </a:spcAft>
              <a:buFont typeface="Segoe UI" panose="020B0502040204020203" pitchFamily="34" charset="0"/>
              <a:buChar char="​"/>
              <a:defRPr sz="1600" b="1"/>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a:t>Above Chart Exhibit Title</a:t>
            </a:r>
          </a:p>
          <a:p>
            <a:pPr lvl="0"/>
            <a:r>
              <a:rPr lang="en-US" sz="1400" b="0" baseline="0"/>
              <a:t>Unit of Measure</a:t>
            </a:r>
          </a:p>
        </p:txBody>
      </p:sp>
    </p:spTree>
    <p:extLst>
      <p:ext uri="{BB962C8B-B14F-4D97-AF65-F5344CB8AC3E}">
        <p14:creationId xmlns:p14="http://schemas.microsoft.com/office/powerpoint/2010/main" val="96176969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Lst>
  <p:txStyles>
    <p:titleStyle>
      <a:lvl1pPr algn="l" defTabSz="914400" rtl="0" eaLnBrk="1" latinLnBrk="0" hangingPunct="1">
        <a:lnSpc>
          <a:spcPct val="100000"/>
        </a:lnSpc>
        <a:spcBef>
          <a:spcPct val="0"/>
        </a:spcBef>
        <a:buNone/>
        <a:defRPr lang="en-US" sz="2500" b="1" kern="1200" spc="0" baseline="0" dirty="0">
          <a:ln w="6350" cap="flat">
            <a:noFill/>
            <a:miter lim="800000"/>
          </a:ln>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sz="1600" kern="1200">
          <a:solidFill>
            <a:schemeClr val="tx1"/>
          </a:solidFill>
          <a:latin typeface="+mn-lt"/>
          <a:ea typeface="+mn-ea"/>
          <a:cs typeface="+mn-cs"/>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sz="1600" kern="1200">
          <a:solidFill>
            <a:schemeClr val="tx1"/>
          </a:solidFill>
          <a:latin typeface="+mn-lt"/>
          <a:ea typeface="+mn-ea"/>
          <a:cs typeface="+mn-cs"/>
        </a:defRPr>
      </a:lvl2pPr>
      <a:lvl3pPr marL="43891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sz="1600" kern="1200">
          <a:solidFill>
            <a:schemeClr val="tx1"/>
          </a:solidFill>
          <a:latin typeface="+mn-lt"/>
          <a:ea typeface="+mn-ea"/>
          <a:cs typeface="+mn-cs"/>
        </a:defRPr>
      </a:lvl3pPr>
      <a:lvl4pPr marL="594360"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mn-cs"/>
        </a:defRPr>
      </a:lvl4pPr>
      <a:lvl5pPr marL="813816"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68">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2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EC693011-5E35-0239-8B02-1A93CD2EEF1B}"/>
            </a:ext>
          </a:extLst>
        </p:cNvPr>
        <p:cNvGrpSpPr/>
        <p:nvPr/>
      </p:nvGrpSpPr>
      <p:grpSpPr>
        <a:xfrm>
          <a:off x="0" y="0"/>
          <a:ext cx="0" cy="0"/>
          <a:chOff x="0" y="0"/>
          <a:chExt cx="0" cy="0"/>
        </a:xfrm>
      </p:grpSpPr>
      <p:grpSp>
        <p:nvGrpSpPr>
          <p:cNvPr id="7" name="Grupp 6">
            <a:extLst>
              <a:ext uri="{FF2B5EF4-FFF2-40B4-BE49-F238E27FC236}">
                <a16:creationId xmlns:a16="http://schemas.microsoft.com/office/drawing/2014/main" id="{4C8DA0E9-FBD3-B0BC-B682-56557E5A83A3}"/>
              </a:ext>
            </a:extLst>
          </p:cNvPr>
          <p:cNvGrpSpPr/>
          <p:nvPr/>
        </p:nvGrpSpPr>
        <p:grpSpPr>
          <a:xfrm>
            <a:off x="8636000" y="3752019"/>
            <a:ext cx="6645274" cy="5511617"/>
            <a:chOff x="14884400" y="5349276"/>
            <a:chExt cx="6645274" cy="5511617"/>
          </a:xfrm>
        </p:grpSpPr>
        <p:sp>
          <p:nvSpPr>
            <p:cNvPr id="3" name="Ellips 2">
              <a:extLst>
                <a:ext uri="{FF2B5EF4-FFF2-40B4-BE49-F238E27FC236}">
                  <a16:creationId xmlns:a16="http://schemas.microsoft.com/office/drawing/2014/main" id="{658ADF83-B3DC-2BF7-6DF9-8AC6C7A2874D}"/>
                </a:ext>
              </a:extLst>
            </p:cNvPr>
            <p:cNvSpPr/>
            <p:nvPr/>
          </p:nvSpPr>
          <p:spPr>
            <a:xfrm>
              <a:off x="15563126" y="6238438"/>
              <a:ext cx="4433637" cy="4433637"/>
            </a:xfrm>
            <a:prstGeom prst="ellipse">
              <a:avLst/>
            </a:prstGeom>
            <a:solidFill>
              <a:schemeClr val="bg1">
                <a:alpha val="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4" name="Ellips 3">
              <a:extLst>
                <a:ext uri="{FF2B5EF4-FFF2-40B4-BE49-F238E27FC236}">
                  <a16:creationId xmlns:a16="http://schemas.microsoft.com/office/drawing/2014/main" id="{7DDE8096-5B63-4CAC-F091-ED923F58CAF2}"/>
                </a:ext>
              </a:extLst>
            </p:cNvPr>
            <p:cNvSpPr/>
            <p:nvPr/>
          </p:nvSpPr>
          <p:spPr>
            <a:xfrm>
              <a:off x="14884400" y="5513885"/>
              <a:ext cx="4645638" cy="4789240"/>
            </a:xfrm>
            <a:prstGeom prst="ellipse">
              <a:avLst/>
            </a:prstGeom>
            <a:solidFill>
              <a:schemeClr val="bg1">
                <a:alpha val="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5" name="Ellips 4">
              <a:extLst>
                <a:ext uri="{FF2B5EF4-FFF2-40B4-BE49-F238E27FC236}">
                  <a16:creationId xmlns:a16="http://schemas.microsoft.com/office/drawing/2014/main" id="{FB929F3B-446C-B1FA-8FF3-0CEFFD74434A}"/>
                </a:ext>
              </a:extLst>
            </p:cNvPr>
            <p:cNvSpPr/>
            <p:nvPr/>
          </p:nvSpPr>
          <p:spPr>
            <a:xfrm>
              <a:off x="15563125" y="5349276"/>
              <a:ext cx="5966549" cy="5511617"/>
            </a:xfrm>
            <a:prstGeom prst="ellipse">
              <a:avLst/>
            </a:prstGeom>
            <a:solidFill>
              <a:schemeClr val="bg1">
                <a:alpha val="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sp>
        <p:nvSpPr>
          <p:cNvPr id="6" name="Google Shape;81;p15">
            <a:extLst>
              <a:ext uri="{FF2B5EF4-FFF2-40B4-BE49-F238E27FC236}">
                <a16:creationId xmlns:a16="http://schemas.microsoft.com/office/drawing/2014/main" id="{F4B9C9A1-F6F7-35F4-806E-7D1F5D19712E}"/>
              </a:ext>
            </a:extLst>
          </p:cNvPr>
          <p:cNvSpPr txBox="1"/>
          <p:nvPr/>
        </p:nvSpPr>
        <p:spPr>
          <a:xfrm>
            <a:off x="2657281" y="2897432"/>
            <a:ext cx="6877438" cy="854587"/>
          </a:xfrm>
          <a:prstGeom prst="rect">
            <a:avLst/>
          </a:prstGeom>
          <a:noFill/>
          <a:ln w="9525" cap="flat" cmpd="sng">
            <a:noFill/>
            <a:prstDash val="solid"/>
            <a:round/>
            <a:headEnd type="none" w="sm" len="sm"/>
            <a:tailEnd type="none" w="sm" len="sm"/>
          </a:ln>
        </p:spPr>
        <p:txBody>
          <a:bodyPr spcFirstLastPara="1" wrap="square" lIns="74825" tIns="37425" rIns="74825" bIns="37425" anchor="t" anchorCtr="0">
            <a:noAutofit/>
          </a:bodyPr>
          <a:lstStyle/>
          <a:p>
            <a:pPr marL="0" marR="0" lvl="0" indent="0" algn="ctr" defTabSz="914378" rtl="0" eaLnBrk="1" fontAlgn="auto" latinLnBrk="0" hangingPunct="1">
              <a:lnSpc>
                <a:spcPct val="117000"/>
              </a:lnSpc>
              <a:spcBef>
                <a:spcPts val="0"/>
              </a:spcBef>
              <a:spcAft>
                <a:spcPts val="0"/>
              </a:spcAft>
              <a:buClr>
                <a:srgbClr val="0099CC"/>
              </a:buClr>
              <a:buSzPts val="2200"/>
              <a:buFontTx/>
              <a:buNone/>
              <a:tabLst/>
              <a:defRPr/>
            </a:pPr>
            <a:r>
              <a:rPr lang="sv-SE" sz="2400" noProof="0" dirty="0">
                <a:solidFill>
                  <a:srgbClr val="FFFFFF"/>
                </a:solidFill>
                <a:latin typeface="Poppins"/>
                <a:ea typeface="Poppins"/>
                <a:cs typeface="Poppins"/>
                <a:sym typeface="Poppins"/>
              </a:rPr>
              <a:t>AI </a:t>
            </a:r>
            <a:r>
              <a:rPr lang="sv-SE" sz="2400" noProof="0" dirty="0" err="1">
                <a:solidFill>
                  <a:srgbClr val="FFFFFF"/>
                </a:solidFill>
                <a:latin typeface="Poppins"/>
                <a:ea typeface="Poppins"/>
                <a:cs typeface="Poppins"/>
                <a:sym typeface="Poppins"/>
              </a:rPr>
              <a:t>Hackathon</a:t>
            </a:r>
            <a:br>
              <a:rPr lang="sv-SE" sz="2400" noProof="0" dirty="0">
                <a:solidFill>
                  <a:srgbClr val="FFFFFF"/>
                </a:solidFill>
                <a:latin typeface="Poppins"/>
                <a:ea typeface="Poppins"/>
                <a:cs typeface="Poppins"/>
                <a:sym typeface="Poppins"/>
              </a:rPr>
            </a:br>
            <a:r>
              <a:rPr lang="sv-SE" sz="2400" noProof="0" dirty="0">
                <a:solidFill>
                  <a:srgbClr val="1999CE"/>
                </a:solidFill>
                <a:latin typeface="Poppins"/>
                <a:ea typeface="Poppins"/>
                <a:cs typeface="Poppins"/>
                <a:sym typeface="Poppins"/>
              </a:rPr>
              <a:t>Team </a:t>
            </a:r>
            <a:r>
              <a:rPr lang="sv-SE" sz="2400" noProof="0" dirty="0" err="1">
                <a:solidFill>
                  <a:srgbClr val="1999CE"/>
                </a:solidFill>
                <a:latin typeface="Poppins"/>
                <a:ea typeface="Poppins"/>
                <a:cs typeface="Poppins"/>
                <a:sym typeface="Poppins"/>
              </a:rPr>
              <a:t>Intelliplan</a:t>
            </a:r>
            <a:endParaRPr kumimoji="0" lang="sv-SE" sz="2400" b="0" i="0" u="none" strike="noStrike" kern="1200" cap="none" spc="0" normalizeH="0" baseline="0" noProof="0" dirty="0">
              <a:ln>
                <a:noFill/>
              </a:ln>
              <a:solidFill>
                <a:srgbClr val="1999CE"/>
              </a:solidFill>
              <a:effectLst/>
              <a:uLnTx/>
              <a:uFillTx/>
              <a:latin typeface="Aptos" panose="02110004020202020204"/>
              <a:ea typeface="+mn-ea"/>
              <a:cs typeface="+mn-cs"/>
            </a:endParaRPr>
          </a:p>
        </p:txBody>
      </p:sp>
      <p:pic>
        <p:nvPicPr>
          <p:cNvPr id="2" name="Google Shape;82;p15">
            <a:extLst>
              <a:ext uri="{FF2B5EF4-FFF2-40B4-BE49-F238E27FC236}">
                <a16:creationId xmlns:a16="http://schemas.microsoft.com/office/drawing/2014/main" id="{F5A43C02-8843-5B2B-992A-6D6C089165AA}"/>
              </a:ext>
            </a:extLst>
          </p:cNvPr>
          <p:cNvPicPr preferRelativeResize="0"/>
          <p:nvPr/>
        </p:nvPicPr>
        <p:blipFill rotWithShape="1">
          <a:blip r:embed="rId3">
            <a:alphaModFix/>
          </a:blip>
          <a:srcRect/>
          <a:stretch/>
        </p:blipFill>
        <p:spPr>
          <a:xfrm>
            <a:off x="11269922" y="6311248"/>
            <a:ext cx="743116" cy="393161"/>
          </a:xfrm>
          <a:prstGeom prst="rect">
            <a:avLst/>
          </a:prstGeom>
          <a:noFill/>
          <a:ln>
            <a:noFill/>
          </a:ln>
        </p:spPr>
      </p:pic>
    </p:spTree>
    <p:extLst>
      <p:ext uri="{BB962C8B-B14F-4D97-AF65-F5344CB8AC3E}">
        <p14:creationId xmlns:p14="http://schemas.microsoft.com/office/powerpoint/2010/main" val="2663002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DA2D9C51-B1EA-29DE-4E6B-3DB920D2519D}"/>
            </a:ext>
          </a:extLst>
        </p:cNvPr>
        <p:cNvGrpSpPr/>
        <p:nvPr/>
      </p:nvGrpSpPr>
      <p:grpSpPr>
        <a:xfrm>
          <a:off x="0" y="0"/>
          <a:ext cx="0" cy="0"/>
          <a:chOff x="0" y="0"/>
          <a:chExt cx="0" cy="0"/>
        </a:xfrm>
      </p:grpSpPr>
      <p:pic>
        <p:nvPicPr>
          <p:cNvPr id="37" name="Google Shape;82;p15">
            <a:extLst>
              <a:ext uri="{FF2B5EF4-FFF2-40B4-BE49-F238E27FC236}">
                <a16:creationId xmlns:a16="http://schemas.microsoft.com/office/drawing/2014/main" id="{781F803B-703C-F06D-371F-D3505E015F98}"/>
              </a:ext>
            </a:extLst>
          </p:cNvPr>
          <p:cNvPicPr preferRelativeResize="0"/>
          <p:nvPr/>
        </p:nvPicPr>
        <p:blipFill rotWithShape="1">
          <a:blip r:embed="rId3">
            <a:alphaModFix/>
          </a:blip>
          <a:srcRect/>
          <a:stretch/>
        </p:blipFill>
        <p:spPr>
          <a:xfrm>
            <a:off x="11269922" y="6311248"/>
            <a:ext cx="743116" cy="393161"/>
          </a:xfrm>
          <a:prstGeom prst="rect">
            <a:avLst/>
          </a:prstGeom>
          <a:noFill/>
          <a:ln>
            <a:noFill/>
          </a:ln>
        </p:spPr>
      </p:pic>
      <p:sp>
        <p:nvSpPr>
          <p:cNvPr id="2" name="Google Shape;81;p15">
            <a:extLst>
              <a:ext uri="{FF2B5EF4-FFF2-40B4-BE49-F238E27FC236}">
                <a16:creationId xmlns:a16="http://schemas.microsoft.com/office/drawing/2014/main" id="{46DF915D-A5A7-D087-6CA3-E4BE4D27C309}"/>
              </a:ext>
            </a:extLst>
          </p:cNvPr>
          <p:cNvSpPr txBox="1"/>
          <p:nvPr/>
        </p:nvSpPr>
        <p:spPr>
          <a:xfrm>
            <a:off x="706145" y="648767"/>
            <a:ext cx="5542255" cy="609963"/>
          </a:xfrm>
          <a:prstGeom prst="rect">
            <a:avLst/>
          </a:prstGeom>
          <a:noFill/>
          <a:ln w="9525" cap="flat" cmpd="sng">
            <a:noFill/>
            <a:prstDash val="solid"/>
            <a:round/>
            <a:headEnd type="none" w="sm" len="sm"/>
            <a:tailEnd type="none" w="sm" len="sm"/>
          </a:ln>
        </p:spPr>
        <p:txBody>
          <a:bodyPr spcFirstLastPara="1" wrap="square" lIns="74825" tIns="37425" rIns="74825" bIns="37425" anchor="t" anchorCtr="0">
            <a:noAutofit/>
          </a:bodyPr>
          <a:lstStyle/>
          <a:p>
            <a:pPr marL="0" marR="0" lvl="0" indent="0" algn="l" defTabSz="914378" rtl="0" eaLnBrk="1" fontAlgn="auto" latinLnBrk="0" hangingPunct="1">
              <a:lnSpc>
                <a:spcPct val="117000"/>
              </a:lnSpc>
              <a:spcBef>
                <a:spcPts val="0"/>
              </a:spcBef>
              <a:spcAft>
                <a:spcPts val="0"/>
              </a:spcAft>
              <a:buClrTx/>
              <a:buSzTx/>
              <a:buFontTx/>
              <a:buNone/>
              <a:tabLst/>
              <a:defRPr/>
            </a:pPr>
            <a:r>
              <a:rPr kumimoji="0" lang="sv-SE" sz="3600" b="0" i="0" u="none" strike="noStrike" kern="1200" cap="none" spc="0" normalizeH="0" baseline="0" noProof="0" dirty="0" err="1">
                <a:ln>
                  <a:noFill/>
                </a:ln>
                <a:solidFill>
                  <a:prstClr val="white"/>
                </a:solidFill>
                <a:effectLst/>
                <a:uLnTx/>
                <a:uFillTx/>
                <a:latin typeface="Poppins"/>
                <a:ea typeface="+mn-ea"/>
                <a:cs typeface="Poppins"/>
              </a:rPr>
              <a:t>About</a:t>
            </a:r>
            <a:r>
              <a:rPr kumimoji="0" lang="sv-SE" sz="3600" b="0" i="0" u="none" strike="noStrike" kern="1200" cap="none" spc="0" normalizeH="0" baseline="0" noProof="0" dirty="0">
                <a:ln>
                  <a:noFill/>
                </a:ln>
                <a:solidFill>
                  <a:prstClr val="white"/>
                </a:solidFill>
                <a:effectLst/>
                <a:uLnTx/>
                <a:uFillTx/>
                <a:latin typeface="Poppins"/>
                <a:ea typeface="+mn-ea"/>
                <a:cs typeface="Poppins"/>
              </a:rPr>
              <a:t> </a:t>
            </a:r>
            <a:r>
              <a:rPr kumimoji="0" lang="sv-SE" sz="3600" b="0" i="0" u="none" strike="noStrike" kern="1200" cap="none" spc="0" normalizeH="0" baseline="0" noProof="0" dirty="0" err="1">
                <a:ln>
                  <a:noFill/>
                </a:ln>
                <a:solidFill>
                  <a:prstClr val="white"/>
                </a:solidFill>
                <a:effectLst/>
                <a:uLnTx/>
                <a:uFillTx/>
                <a:latin typeface="Poppins"/>
                <a:ea typeface="+mn-ea"/>
                <a:cs typeface="Poppins"/>
              </a:rPr>
              <a:t>Intelliplan</a:t>
            </a:r>
            <a:endParaRPr kumimoji="0" lang="sv-SE"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 name="Google Shape;81;p15">
            <a:extLst>
              <a:ext uri="{FF2B5EF4-FFF2-40B4-BE49-F238E27FC236}">
                <a16:creationId xmlns:a16="http://schemas.microsoft.com/office/drawing/2014/main" id="{75F490EB-BED7-1197-49B6-DEAA9C739702}"/>
              </a:ext>
            </a:extLst>
          </p:cNvPr>
          <p:cNvSpPr txBox="1"/>
          <p:nvPr/>
        </p:nvSpPr>
        <p:spPr>
          <a:xfrm>
            <a:off x="706145" y="427815"/>
            <a:ext cx="3846805" cy="369707"/>
          </a:xfrm>
          <a:prstGeom prst="rect">
            <a:avLst/>
          </a:prstGeom>
          <a:noFill/>
          <a:ln w="9525" cap="flat" cmpd="sng">
            <a:noFill/>
            <a:prstDash val="solid"/>
            <a:round/>
            <a:headEnd type="none" w="sm" len="sm"/>
            <a:tailEnd type="none" w="sm" len="sm"/>
          </a:ln>
        </p:spPr>
        <p:txBody>
          <a:bodyPr spcFirstLastPara="1" wrap="square" lIns="74825" tIns="37425" rIns="74825" bIns="37425" anchor="t" anchorCtr="0">
            <a:noAutofit/>
          </a:bodyPr>
          <a:lstStyle/>
          <a:p>
            <a:pPr marL="0" marR="0" lvl="0" indent="0" algn="l" defTabSz="914378" rtl="0" eaLnBrk="1" fontAlgn="auto" latinLnBrk="0" hangingPunct="1">
              <a:lnSpc>
                <a:spcPct val="117000"/>
              </a:lnSpc>
              <a:spcBef>
                <a:spcPts val="0"/>
              </a:spcBef>
              <a:spcAft>
                <a:spcPts val="0"/>
              </a:spcAft>
              <a:buClrTx/>
              <a:buSzTx/>
              <a:buFontTx/>
              <a:buNone/>
              <a:tabLst/>
              <a:defRPr/>
            </a:pPr>
            <a:r>
              <a:rPr kumimoji="0" lang="sv-SE" sz="1600" b="0" i="1" u="none" strike="noStrike" kern="1200" cap="none" spc="0" normalizeH="0" baseline="0" noProof="0" dirty="0">
                <a:ln>
                  <a:noFill/>
                </a:ln>
                <a:solidFill>
                  <a:srgbClr val="00B0F0"/>
                </a:solidFill>
                <a:effectLst/>
                <a:uLnTx/>
                <a:uFillTx/>
                <a:latin typeface="Aptos" panose="02110004020202020204"/>
                <a:ea typeface="+mn-ea"/>
                <a:cs typeface="+mn-cs"/>
              </a:rPr>
              <a:t>AI </a:t>
            </a:r>
            <a:r>
              <a:rPr kumimoji="0" lang="sv-SE" sz="1600" b="0" i="1" u="none" strike="noStrike" kern="1200" cap="none" spc="0" normalizeH="0" baseline="0" noProof="0" dirty="0" err="1">
                <a:ln>
                  <a:noFill/>
                </a:ln>
                <a:solidFill>
                  <a:srgbClr val="00B0F0"/>
                </a:solidFill>
                <a:effectLst/>
                <a:uLnTx/>
                <a:uFillTx/>
                <a:latin typeface="Aptos" panose="02110004020202020204"/>
                <a:ea typeface="+mn-ea"/>
                <a:cs typeface="+mn-cs"/>
              </a:rPr>
              <a:t>Hackathon</a:t>
            </a:r>
            <a:endParaRPr kumimoji="0" lang="sv-SE" sz="1600" b="0" i="1" u="none" strike="noStrike" kern="1200" cap="none" spc="0" normalizeH="0" baseline="0" noProof="0" dirty="0">
              <a:ln>
                <a:noFill/>
              </a:ln>
              <a:solidFill>
                <a:srgbClr val="00B0F0"/>
              </a:solidFill>
              <a:effectLst/>
              <a:uLnTx/>
              <a:uFillTx/>
              <a:latin typeface="Aptos" panose="02110004020202020204"/>
              <a:ea typeface="+mn-ea"/>
              <a:cs typeface="+mn-cs"/>
            </a:endParaRPr>
          </a:p>
        </p:txBody>
      </p:sp>
      <p:sp>
        <p:nvSpPr>
          <p:cNvPr id="3" name="Google Shape;81;p15">
            <a:extLst>
              <a:ext uri="{FF2B5EF4-FFF2-40B4-BE49-F238E27FC236}">
                <a16:creationId xmlns:a16="http://schemas.microsoft.com/office/drawing/2014/main" id="{E71AA986-F93B-4C9C-8594-6110A7C0B6DA}"/>
              </a:ext>
            </a:extLst>
          </p:cNvPr>
          <p:cNvSpPr txBox="1"/>
          <p:nvPr/>
        </p:nvSpPr>
        <p:spPr>
          <a:xfrm>
            <a:off x="7705973" y="2657141"/>
            <a:ext cx="3563949" cy="505159"/>
          </a:xfrm>
          <a:prstGeom prst="rect">
            <a:avLst/>
          </a:prstGeom>
          <a:noFill/>
          <a:ln w="9525" cap="flat" cmpd="sng">
            <a:noFill/>
            <a:prstDash val="solid"/>
            <a:round/>
            <a:headEnd type="none" w="sm" len="sm"/>
            <a:tailEnd type="none" w="sm" len="sm"/>
          </a:ln>
        </p:spPr>
        <p:txBody>
          <a:bodyPr spcFirstLastPara="1" wrap="square" lIns="74825" tIns="37425" rIns="74825" bIns="37425" anchor="t" anchorCtr="0">
            <a:noAutofit/>
          </a:bodyPr>
          <a:lstStyle/>
          <a:p>
            <a:pPr lvl="0" algn="ctr">
              <a:defRPr/>
            </a:pPr>
            <a:r>
              <a:rPr lang="en-US" sz="1600" dirty="0" err="1">
                <a:solidFill>
                  <a:prstClr val="white"/>
                </a:solidFill>
                <a:latin typeface="Raleway" pitchFamily="2" charset="0"/>
              </a:rPr>
              <a:t>Intelliplan</a:t>
            </a:r>
            <a:r>
              <a:rPr lang="en-US" sz="1600" dirty="0">
                <a:solidFill>
                  <a:prstClr val="white"/>
                </a:solidFill>
                <a:latin typeface="Raleway" pitchFamily="2" charset="0"/>
              </a:rPr>
              <a:t> is an </a:t>
            </a:r>
            <a:r>
              <a:rPr lang="en-US" sz="1600" b="1" dirty="0">
                <a:solidFill>
                  <a:prstClr val="white"/>
                </a:solidFill>
                <a:latin typeface="Raleway" pitchFamily="2" charset="0"/>
              </a:rPr>
              <a:t>all-in-one</a:t>
            </a:r>
            <a:r>
              <a:rPr lang="en-US" sz="1600" dirty="0">
                <a:solidFill>
                  <a:prstClr val="white"/>
                </a:solidFill>
                <a:latin typeface="Raleway" pitchFamily="2" charset="0"/>
              </a:rPr>
              <a:t> cloud platform powering </a:t>
            </a:r>
            <a:r>
              <a:rPr lang="en-US" sz="1600" b="1" dirty="0">
                <a:solidFill>
                  <a:prstClr val="white"/>
                </a:solidFill>
                <a:latin typeface="Raleway" pitchFamily="2" charset="0"/>
              </a:rPr>
              <a:t>staffing agencies across the Nordics</a:t>
            </a:r>
            <a:r>
              <a:rPr lang="en-US" sz="1600" dirty="0">
                <a:solidFill>
                  <a:prstClr val="white"/>
                </a:solidFill>
                <a:latin typeface="Raleway" pitchFamily="2" charset="0"/>
              </a:rPr>
              <a:t>.</a:t>
            </a:r>
            <a:br>
              <a:rPr lang="en-US" sz="1600" dirty="0">
                <a:solidFill>
                  <a:prstClr val="white"/>
                </a:solidFill>
                <a:latin typeface="Raleway" pitchFamily="2" charset="0"/>
              </a:rPr>
            </a:br>
            <a:br>
              <a:rPr lang="en-US" sz="1600" dirty="0">
                <a:solidFill>
                  <a:prstClr val="white"/>
                </a:solidFill>
                <a:latin typeface="Raleway" pitchFamily="2" charset="0"/>
              </a:rPr>
            </a:br>
            <a:r>
              <a:rPr lang="en-US" sz="1600" dirty="0">
                <a:solidFill>
                  <a:prstClr val="white"/>
                </a:solidFill>
                <a:latin typeface="Raleway" pitchFamily="2" charset="0"/>
              </a:rPr>
              <a:t>By unifying </a:t>
            </a:r>
            <a:r>
              <a:rPr lang="en-US" sz="1600" b="1" dirty="0">
                <a:solidFill>
                  <a:prstClr val="white"/>
                </a:solidFill>
                <a:latin typeface="Raleway" pitchFamily="2" charset="0"/>
              </a:rPr>
              <a:t>CRM</a:t>
            </a:r>
            <a:r>
              <a:rPr lang="en-US" sz="1600" dirty="0">
                <a:solidFill>
                  <a:prstClr val="white"/>
                </a:solidFill>
                <a:latin typeface="Raleway" pitchFamily="2" charset="0"/>
              </a:rPr>
              <a:t>, </a:t>
            </a:r>
            <a:r>
              <a:rPr lang="en-US" sz="1600" b="1" dirty="0">
                <a:solidFill>
                  <a:prstClr val="white"/>
                </a:solidFill>
                <a:latin typeface="Raleway" pitchFamily="2" charset="0"/>
              </a:rPr>
              <a:t>ATS</a:t>
            </a:r>
            <a:r>
              <a:rPr lang="en-US" sz="1600" dirty="0">
                <a:solidFill>
                  <a:prstClr val="white"/>
                </a:solidFill>
                <a:latin typeface="Raleway" pitchFamily="2" charset="0"/>
              </a:rPr>
              <a:t>, </a:t>
            </a:r>
            <a:r>
              <a:rPr lang="en-US" sz="1600" b="1" dirty="0">
                <a:solidFill>
                  <a:prstClr val="white"/>
                </a:solidFill>
                <a:latin typeface="Raleway" pitchFamily="2" charset="0"/>
              </a:rPr>
              <a:t>staffing</a:t>
            </a:r>
            <a:r>
              <a:rPr lang="en-US" sz="1600" dirty="0">
                <a:solidFill>
                  <a:prstClr val="white"/>
                </a:solidFill>
                <a:latin typeface="Raleway" pitchFamily="2" charset="0"/>
              </a:rPr>
              <a:t>, </a:t>
            </a:r>
            <a:r>
              <a:rPr lang="en-US" sz="1600" b="1" dirty="0">
                <a:solidFill>
                  <a:prstClr val="white"/>
                </a:solidFill>
                <a:latin typeface="Raleway" pitchFamily="2" charset="0"/>
              </a:rPr>
              <a:t>payroll</a:t>
            </a:r>
            <a:r>
              <a:rPr lang="en-US" sz="1600" dirty="0">
                <a:solidFill>
                  <a:prstClr val="white"/>
                </a:solidFill>
                <a:latin typeface="Raleway" pitchFamily="2" charset="0"/>
              </a:rPr>
              <a:t>, and </a:t>
            </a:r>
            <a:r>
              <a:rPr lang="en-US" sz="1600" b="1" dirty="0">
                <a:solidFill>
                  <a:prstClr val="white"/>
                </a:solidFill>
                <a:latin typeface="Raleway" pitchFamily="2" charset="0"/>
              </a:rPr>
              <a:t>invoicing</a:t>
            </a:r>
            <a:r>
              <a:rPr lang="en-US" sz="1600" dirty="0">
                <a:solidFill>
                  <a:prstClr val="white"/>
                </a:solidFill>
                <a:latin typeface="Raleway" pitchFamily="2" charset="0"/>
              </a:rPr>
              <a:t>, we help teams move faster, work smarter, and run their operations with confidence.</a:t>
            </a:r>
            <a:endParaRPr kumimoji="0" lang="sv-SE" sz="1600" b="0" i="0" u="none" strike="noStrike" kern="1200" cap="none" spc="0" normalizeH="0" baseline="0" noProof="0" dirty="0">
              <a:ln>
                <a:noFill/>
              </a:ln>
              <a:solidFill>
                <a:prstClr val="white"/>
              </a:solidFill>
              <a:effectLst/>
              <a:uLnTx/>
              <a:uFillTx/>
              <a:latin typeface="Raleway" pitchFamily="2" charset="0"/>
            </a:endParaRPr>
          </a:p>
        </p:txBody>
      </p:sp>
      <p:pic>
        <p:nvPicPr>
          <p:cNvPr id="6" name="Bildobjekt 5">
            <a:extLst>
              <a:ext uri="{FF2B5EF4-FFF2-40B4-BE49-F238E27FC236}">
                <a16:creationId xmlns:a16="http://schemas.microsoft.com/office/drawing/2014/main" id="{51FEB14E-BF57-CF9D-559D-28BBF9CF087A}"/>
              </a:ext>
            </a:extLst>
          </p:cNvPr>
          <p:cNvPicPr>
            <a:picLocks noChangeAspect="1"/>
          </p:cNvPicPr>
          <p:nvPr/>
        </p:nvPicPr>
        <p:blipFill>
          <a:blip r:embed="rId4"/>
          <a:stretch>
            <a:fillRect/>
          </a:stretch>
        </p:blipFill>
        <p:spPr>
          <a:xfrm>
            <a:off x="822393" y="1946298"/>
            <a:ext cx="6351538" cy="3153439"/>
          </a:xfrm>
          <a:prstGeom prst="rect">
            <a:avLst/>
          </a:prstGeom>
          <a:effectLst>
            <a:reflection blurRad="6350" stA="27000" endPos="35000" dist="190500" dir="5400000" sy="-100000" algn="bl" rotWithShape="0"/>
          </a:effectLst>
        </p:spPr>
      </p:pic>
    </p:spTree>
    <p:extLst>
      <p:ext uri="{BB962C8B-B14F-4D97-AF65-F5344CB8AC3E}">
        <p14:creationId xmlns:p14="http://schemas.microsoft.com/office/powerpoint/2010/main" val="17223646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E7AB6EF3-12FE-F6D1-3C7E-793F0B7AF757}"/>
            </a:ext>
          </a:extLst>
        </p:cNvPr>
        <p:cNvGrpSpPr/>
        <p:nvPr/>
      </p:nvGrpSpPr>
      <p:grpSpPr>
        <a:xfrm>
          <a:off x="0" y="0"/>
          <a:ext cx="0" cy="0"/>
          <a:chOff x="0" y="0"/>
          <a:chExt cx="0" cy="0"/>
        </a:xfrm>
      </p:grpSpPr>
      <p:pic>
        <p:nvPicPr>
          <p:cNvPr id="37" name="Google Shape;82;p15">
            <a:extLst>
              <a:ext uri="{FF2B5EF4-FFF2-40B4-BE49-F238E27FC236}">
                <a16:creationId xmlns:a16="http://schemas.microsoft.com/office/drawing/2014/main" id="{7B675BFB-FE09-6484-DCE7-AFD115EA7580}"/>
              </a:ext>
            </a:extLst>
          </p:cNvPr>
          <p:cNvPicPr preferRelativeResize="0"/>
          <p:nvPr/>
        </p:nvPicPr>
        <p:blipFill rotWithShape="1">
          <a:blip r:embed="rId3">
            <a:alphaModFix/>
          </a:blip>
          <a:srcRect/>
          <a:stretch/>
        </p:blipFill>
        <p:spPr>
          <a:xfrm>
            <a:off x="11269922" y="6311248"/>
            <a:ext cx="743116" cy="393161"/>
          </a:xfrm>
          <a:prstGeom prst="rect">
            <a:avLst/>
          </a:prstGeom>
          <a:noFill/>
          <a:ln>
            <a:noFill/>
          </a:ln>
        </p:spPr>
      </p:pic>
      <p:sp>
        <p:nvSpPr>
          <p:cNvPr id="2" name="Google Shape;81;p15">
            <a:extLst>
              <a:ext uri="{FF2B5EF4-FFF2-40B4-BE49-F238E27FC236}">
                <a16:creationId xmlns:a16="http://schemas.microsoft.com/office/drawing/2014/main" id="{828C2A43-F971-3E2D-6ABA-E04C3D71F502}"/>
              </a:ext>
            </a:extLst>
          </p:cNvPr>
          <p:cNvSpPr txBox="1"/>
          <p:nvPr/>
        </p:nvSpPr>
        <p:spPr>
          <a:xfrm>
            <a:off x="706145" y="648767"/>
            <a:ext cx="5542255" cy="609963"/>
          </a:xfrm>
          <a:prstGeom prst="rect">
            <a:avLst/>
          </a:prstGeom>
          <a:noFill/>
          <a:ln w="9525" cap="flat" cmpd="sng">
            <a:noFill/>
            <a:prstDash val="solid"/>
            <a:round/>
            <a:headEnd type="none" w="sm" len="sm"/>
            <a:tailEnd type="none" w="sm" len="sm"/>
          </a:ln>
        </p:spPr>
        <p:txBody>
          <a:bodyPr spcFirstLastPara="1" wrap="square" lIns="74825" tIns="37425" rIns="74825" bIns="37425" anchor="t" anchorCtr="0">
            <a:noAutofit/>
          </a:bodyPr>
          <a:lstStyle/>
          <a:p>
            <a:pPr marL="0" marR="0" lvl="0" indent="0" algn="l" defTabSz="914378" rtl="0" eaLnBrk="1" fontAlgn="auto" latinLnBrk="0" hangingPunct="1">
              <a:lnSpc>
                <a:spcPct val="117000"/>
              </a:lnSpc>
              <a:spcBef>
                <a:spcPts val="0"/>
              </a:spcBef>
              <a:spcAft>
                <a:spcPts val="0"/>
              </a:spcAft>
              <a:buClrTx/>
              <a:buSzTx/>
              <a:buFontTx/>
              <a:buNone/>
              <a:tabLst/>
              <a:defRPr/>
            </a:pPr>
            <a:r>
              <a:rPr kumimoji="0" lang="sv-SE" sz="3600" b="0" i="0" u="none" strike="noStrike" kern="1200" cap="none" spc="0" normalizeH="0" baseline="0" noProof="0" dirty="0" err="1">
                <a:ln>
                  <a:noFill/>
                </a:ln>
                <a:solidFill>
                  <a:prstClr val="white"/>
                </a:solidFill>
                <a:effectLst/>
                <a:uLnTx/>
                <a:uFillTx/>
                <a:latin typeface="Poppins"/>
                <a:ea typeface="+mn-ea"/>
                <a:cs typeface="Poppins"/>
              </a:rPr>
              <a:t>Our</a:t>
            </a:r>
            <a:r>
              <a:rPr kumimoji="0" lang="sv-SE" sz="3600" b="0" i="0" u="none" strike="noStrike" kern="1200" cap="none" spc="0" normalizeH="0" baseline="0" noProof="0" dirty="0">
                <a:ln>
                  <a:noFill/>
                </a:ln>
                <a:solidFill>
                  <a:prstClr val="white"/>
                </a:solidFill>
                <a:effectLst/>
                <a:uLnTx/>
                <a:uFillTx/>
                <a:latin typeface="Poppins"/>
                <a:ea typeface="+mn-ea"/>
                <a:cs typeface="Poppins"/>
              </a:rPr>
              <a:t> </a:t>
            </a:r>
            <a:r>
              <a:rPr lang="sv-SE" sz="3600" dirty="0">
                <a:solidFill>
                  <a:prstClr val="white"/>
                </a:solidFill>
                <a:latin typeface="Poppins"/>
                <a:cs typeface="Poppins"/>
              </a:rPr>
              <a:t>C</a:t>
            </a:r>
            <a:r>
              <a:rPr kumimoji="0" lang="sv-SE" sz="3600" b="0" i="0" u="none" strike="noStrike" kern="1200" cap="none" spc="0" normalizeH="0" baseline="0" noProof="0" dirty="0" err="1">
                <a:ln>
                  <a:noFill/>
                </a:ln>
                <a:solidFill>
                  <a:prstClr val="white"/>
                </a:solidFill>
                <a:effectLst/>
                <a:uLnTx/>
                <a:uFillTx/>
                <a:latin typeface="Poppins"/>
                <a:ea typeface="+mn-ea"/>
                <a:cs typeface="Poppins"/>
              </a:rPr>
              <a:t>ustomers</a:t>
            </a:r>
            <a:endParaRPr kumimoji="0" lang="sv-SE"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 name="Google Shape;81;p15">
            <a:extLst>
              <a:ext uri="{FF2B5EF4-FFF2-40B4-BE49-F238E27FC236}">
                <a16:creationId xmlns:a16="http://schemas.microsoft.com/office/drawing/2014/main" id="{812BA22D-4762-B5AA-3AFE-955FFDD69172}"/>
              </a:ext>
            </a:extLst>
          </p:cNvPr>
          <p:cNvSpPr txBox="1"/>
          <p:nvPr/>
        </p:nvSpPr>
        <p:spPr>
          <a:xfrm>
            <a:off x="706145" y="427815"/>
            <a:ext cx="3846805" cy="369707"/>
          </a:xfrm>
          <a:prstGeom prst="rect">
            <a:avLst/>
          </a:prstGeom>
          <a:noFill/>
          <a:ln w="9525" cap="flat" cmpd="sng">
            <a:noFill/>
            <a:prstDash val="solid"/>
            <a:round/>
            <a:headEnd type="none" w="sm" len="sm"/>
            <a:tailEnd type="none" w="sm" len="sm"/>
          </a:ln>
        </p:spPr>
        <p:txBody>
          <a:bodyPr spcFirstLastPara="1" wrap="square" lIns="74825" tIns="37425" rIns="74825" bIns="37425" anchor="t" anchorCtr="0">
            <a:noAutofit/>
          </a:bodyPr>
          <a:lstStyle/>
          <a:p>
            <a:pPr marL="0" marR="0" lvl="0" indent="0" algn="l" defTabSz="914378" rtl="0" eaLnBrk="1" fontAlgn="auto" latinLnBrk="0" hangingPunct="1">
              <a:lnSpc>
                <a:spcPct val="117000"/>
              </a:lnSpc>
              <a:spcBef>
                <a:spcPts val="0"/>
              </a:spcBef>
              <a:spcAft>
                <a:spcPts val="0"/>
              </a:spcAft>
              <a:buClrTx/>
              <a:buSzTx/>
              <a:buFontTx/>
              <a:buNone/>
              <a:tabLst/>
              <a:defRPr/>
            </a:pPr>
            <a:r>
              <a:rPr kumimoji="0" lang="sv-SE" sz="1600" b="0" i="1" u="none" strike="noStrike" kern="1200" cap="none" spc="0" normalizeH="0" baseline="0" noProof="0" dirty="0">
                <a:ln>
                  <a:noFill/>
                </a:ln>
                <a:solidFill>
                  <a:srgbClr val="00B0F0"/>
                </a:solidFill>
                <a:effectLst/>
                <a:uLnTx/>
                <a:uFillTx/>
                <a:latin typeface="Aptos" panose="02110004020202020204"/>
                <a:ea typeface="+mn-ea"/>
                <a:cs typeface="+mn-cs"/>
              </a:rPr>
              <a:t>AI </a:t>
            </a:r>
            <a:r>
              <a:rPr kumimoji="0" lang="sv-SE" sz="1600" b="0" i="1" u="none" strike="noStrike" kern="1200" cap="none" spc="0" normalizeH="0" baseline="0" noProof="0" dirty="0" err="1">
                <a:ln>
                  <a:noFill/>
                </a:ln>
                <a:solidFill>
                  <a:srgbClr val="00B0F0"/>
                </a:solidFill>
                <a:effectLst/>
                <a:uLnTx/>
                <a:uFillTx/>
                <a:latin typeface="Aptos" panose="02110004020202020204"/>
                <a:ea typeface="+mn-ea"/>
                <a:cs typeface="+mn-cs"/>
              </a:rPr>
              <a:t>Hackathon</a:t>
            </a:r>
            <a:endParaRPr kumimoji="0" lang="sv-SE" sz="1600" b="0" i="1" u="none" strike="noStrike" kern="1200" cap="none" spc="0" normalizeH="0" baseline="0" noProof="0" dirty="0">
              <a:ln>
                <a:noFill/>
              </a:ln>
              <a:solidFill>
                <a:srgbClr val="00B0F0"/>
              </a:solidFill>
              <a:effectLst/>
              <a:uLnTx/>
              <a:uFillTx/>
              <a:latin typeface="Aptos" panose="02110004020202020204"/>
              <a:ea typeface="+mn-ea"/>
              <a:cs typeface="+mn-cs"/>
            </a:endParaRPr>
          </a:p>
        </p:txBody>
      </p:sp>
      <p:sp>
        <p:nvSpPr>
          <p:cNvPr id="3" name="Google Shape;81;p15">
            <a:extLst>
              <a:ext uri="{FF2B5EF4-FFF2-40B4-BE49-F238E27FC236}">
                <a16:creationId xmlns:a16="http://schemas.microsoft.com/office/drawing/2014/main" id="{262BCB38-8EA6-613B-66D1-AA8C20FBBA50}"/>
              </a:ext>
            </a:extLst>
          </p:cNvPr>
          <p:cNvSpPr txBox="1"/>
          <p:nvPr/>
        </p:nvSpPr>
        <p:spPr>
          <a:xfrm>
            <a:off x="1156731" y="2563645"/>
            <a:ext cx="5471341" cy="2592555"/>
          </a:xfrm>
          <a:prstGeom prst="rect">
            <a:avLst/>
          </a:prstGeom>
          <a:noFill/>
          <a:ln w="9525" cap="flat" cmpd="sng">
            <a:noFill/>
            <a:prstDash val="solid"/>
            <a:round/>
            <a:headEnd type="none" w="sm" len="sm"/>
            <a:tailEnd type="none" w="sm" len="sm"/>
          </a:ln>
        </p:spPr>
        <p:txBody>
          <a:bodyPr spcFirstLastPara="1" wrap="square" lIns="74825" tIns="37425" rIns="74825" bIns="37425" anchor="t" anchorCtr="0">
            <a:noAutofit/>
          </a:bodyPr>
          <a:lstStyle/>
          <a:p>
            <a:pPr marL="285750" lvl="0" indent="-285750">
              <a:buFont typeface="Arial" panose="020B0604020202020204" pitchFamily="34" charset="0"/>
              <a:buChar char="•"/>
              <a:defRPr/>
            </a:pPr>
            <a:r>
              <a:rPr lang="en-US" sz="1600" dirty="0" err="1">
                <a:solidFill>
                  <a:prstClr val="white"/>
                </a:solidFill>
                <a:latin typeface="Raleway" pitchFamily="2" charset="0"/>
              </a:rPr>
              <a:t>Intelliplan</a:t>
            </a:r>
            <a:r>
              <a:rPr lang="en-US" sz="1600" dirty="0">
                <a:solidFill>
                  <a:prstClr val="white"/>
                </a:solidFill>
                <a:latin typeface="Raleway" pitchFamily="2" charset="0"/>
              </a:rPr>
              <a:t> is the market-leading staffing platform in Sweden, trusted by customers such as </a:t>
            </a:r>
            <a:r>
              <a:rPr lang="en-US" sz="1600" b="1" dirty="0">
                <a:solidFill>
                  <a:prstClr val="white"/>
                </a:solidFill>
                <a:latin typeface="Raleway" pitchFamily="2" charset="0"/>
              </a:rPr>
              <a:t>Manpower</a:t>
            </a:r>
            <a:r>
              <a:rPr lang="en-US" sz="1600" dirty="0">
                <a:solidFill>
                  <a:prstClr val="white"/>
                </a:solidFill>
                <a:latin typeface="Raleway" pitchFamily="2" charset="0"/>
              </a:rPr>
              <a:t>, </a:t>
            </a:r>
            <a:r>
              <a:rPr lang="en-US" sz="1600" b="1" dirty="0" err="1">
                <a:solidFill>
                  <a:prstClr val="white"/>
                </a:solidFill>
                <a:latin typeface="Raleway" pitchFamily="2" charset="0"/>
              </a:rPr>
              <a:t>Lernia</a:t>
            </a:r>
            <a:r>
              <a:rPr lang="en-US" sz="1600" dirty="0">
                <a:solidFill>
                  <a:prstClr val="white"/>
                </a:solidFill>
                <a:latin typeface="Raleway" pitchFamily="2" charset="0"/>
              </a:rPr>
              <a:t>, and </a:t>
            </a:r>
            <a:r>
              <a:rPr lang="en-US" sz="1600" b="1" dirty="0" err="1">
                <a:solidFill>
                  <a:prstClr val="white"/>
                </a:solidFill>
                <a:latin typeface="Raleway" pitchFamily="2" charset="0"/>
              </a:rPr>
              <a:t>Poolia</a:t>
            </a:r>
            <a:r>
              <a:rPr lang="en-US" sz="1600" dirty="0">
                <a:solidFill>
                  <a:prstClr val="white"/>
                </a:solidFill>
                <a:latin typeface="Raleway" pitchFamily="2" charset="0"/>
              </a:rPr>
              <a:t>. </a:t>
            </a:r>
            <a:br>
              <a:rPr lang="en-US" sz="1600" dirty="0">
                <a:solidFill>
                  <a:prstClr val="white"/>
                </a:solidFill>
                <a:latin typeface="Raleway" pitchFamily="2" charset="0"/>
              </a:rPr>
            </a:br>
            <a:endParaRPr lang="en-US" sz="1600" dirty="0">
              <a:solidFill>
                <a:prstClr val="white"/>
              </a:solidFill>
              <a:latin typeface="Raleway" pitchFamily="2" charset="0"/>
            </a:endParaRPr>
          </a:p>
          <a:p>
            <a:pPr marL="285750" lvl="0" indent="-285750">
              <a:buFont typeface="Arial" panose="020B0604020202020204" pitchFamily="34" charset="0"/>
              <a:buChar char="•"/>
              <a:defRPr/>
            </a:pPr>
            <a:r>
              <a:rPr lang="en-US" sz="1600" b="1" dirty="0">
                <a:solidFill>
                  <a:prstClr val="white"/>
                </a:solidFill>
                <a:latin typeface="Raleway" pitchFamily="2" charset="0"/>
              </a:rPr>
              <a:t>22 of the 25 largest staffing agencies </a:t>
            </a:r>
            <a:r>
              <a:rPr lang="en-US" sz="1600" dirty="0">
                <a:solidFill>
                  <a:prstClr val="white"/>
                </a:solidFill>
                <a:latin typeface="Raleway" pitchFamily="2" charset="0"/>
              </a:rPr>
              <a:t>use one or more </a:t>
            </a:r>
            <a:r>
              <a:rPr lang="en-US" sz="1600" dirty="0" err="1">
                <a:solidFill>
                  <a:prstClr val="white"/>
                </a:solidFill>
                <a:latin typeface="Raleway" pitchFamily="2" charset="0"/>
              </a:rPr>
              <a:t>Intelliplan</a:t>
            </a:r>
            <a:r>
              <a:rPr lang="en-US" sz="1600" dirty="0">
                <a:solidFill>
                  <a:prstClr val="white"/>
                </a:solidFill>
                <a:latin typeface="Raleway" pitchFamily="2" charset="0"/>
              </a:rPr>
              <a:t> modules.</a:t>
            </a:r>
            <a:br>
              <a:rPr lang="en-US" sz="1600" dirty="0">
                <a:solidFill>
                  <a:prstClr val="white"/>
                </a:solidFill>
                <a:latin typeface="Raleway" pitchFamily="2" charset="0"/>
              </a:rPr>
            </a:br>
            <a:endParaRPr lang="en-US" sz="1600" dirty="0">
              <a:solidFill>
                <a:prstClr val="white"/>
              </a:solidFill>
              <a:latin typeface="Raleway" pitchFamily="2" charset="0"/>
            </a:endParaRPr>
          </a:p>
          <a:p>
            <a:pPr marL="285750" lvl="0" indent="-285750">
              <a:buFont typeface="Arial" panose="020B0604020202020204" pitchFamily="34" charset="0"/>
              <a:buChar char="•"/>
              <a:defRPr/>
            </a:pPr>
            <a:r>
              <a:rPr lang="en-US" sz="1600" dirty="0">
                <a:solidFill>
                  <a:prstClr val="white"/>
                </a:solidFill>
                <a:latin typeface="Raleway" pitchFamily="2" charset="0"/>
              </a:rPr>
              <a:t>Our clients range from specialist staffing firms to high-volume recruitment and staffing providers, serving both </a:t>
            </a:r>
            <a:r>
              <a:rPr lang="en-US" sz="1600" b="1" dirty="0">
                <a:solidFill>
                  <a:prstClr val="white"/>
                </a:solidFill>
                <a:latin typeface="Raleway" pitchFamily="2" charset="0"/>
              </a:rPr>
              <a:t>blue-collar </a:t>
            </a:r>
            <a:r>
              <a:rPr lang="en-US" sz="1600" dirty="0">
                <a:solidFill>
                  <a:prstClr val="white"/>
                </a:solidFill>
                <a:latin typeface="Raleway" pitchFamily="2" charset="0"/>
              </a:rPr>
              <a:t>and </a:t>
            </a:r>
            <a:r>
              <a:rPr lang="en-US" sz="1600" b="1" dirty="0">
                <a:solidFill>
                  <a:prstClr val="white"/>
                </a:solidFill>
                <a:latin typeface="Raleway" pitchFamily="2" charset="0"/>
              </a:rPr>
              <a:t>white-collar industries</a:t>
            </a:r>
            <a:r>
              <a:rPr lang="en-US" sz="1600" dirty="0">
                <a:solidFill>
                  <a:prstClr val="white"/>
                </a:solidFill>
                <a:latin typeface="Raleway" pitchFamily="2" charset="0"/>
              </a:rPr>
              <a:t>.</a:t>
            </a:r>
            <a:endParaRPr kumimoji="0" lang="sv-SE" sz="1600" b="0" i="0" u="none" strike="noStrike" kern="1200" cap="none" spc="0" normalizeH="0" baseline="0" noProof="0" dirty="0">
              <a:ln>
                <a:noFill/>
              </a:ln>
              <a:solidFill>
                <a:prstClr val="white"/>
              </a:solidFill>
              <a:effectLst/>
              <a:uLnTx/>
              <a:uFillTx/>
              <a:latin typeface="Raleway" pitchFamily="2" charset="0"/>
              <a:ea typeface="+mn-ea"/>
              <a:cs typeface="+mn-cs"/>
            </a:endParaRPr>
          </a:p>
        </p:txBody>
      </p:sp>
      <p:pic>
        <p:nvPicPr>
          <p:cNvPr id="5" name="Bildobjekt 4" descr="En bild som visar klädsel, Människoansikte, person, clipart&#10;&#10;AI-genererat innehåll kan vara felaktigt.">
            <a:extLst>
              <a:ext uri="{FF2B5EF4-FFF2-40B4-BE49-F238E27FC236}">
                <a16:creationId xmlns:a16="http://schemas.microsoft.com/office/drawing/2014/main" id="{23C896C7-2514-B168-6342-427EB47F3E0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46923" y="1984101"/>
            <a:ext cx="3603899" cy="3603899"/>
          </a:xfrm>
          <a:prstGeom prst="rect">
            <a:avLst/>
          </a:prstGeom>
        </p:spPr>
      </p:pic>
    </p:spTree>
    <p:extLst>
      <p:ext uri="{BB962C8B-B14F-4D97-AF65-F5344CB8AC3E}">
        <p14:creationId xmlns:p14="http://schemas.microsoft.com/office/powerpoint/2010/main" val="697139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89268938-7929-E413-7491-B3EE85536493}"/>
            </a:ext>
          </a:extLst>
        </p:cNvPr>
        <p:cNvGrpSpPr/>
        <p:nvPr/>
      </p:nvGrpSpPr>
      <p:grpSpPr>
        <a:xfrm>
          <a:off x="0" y="0"/>
          <a:ext cx="0" cy="0"/>
          <a:chOff x="0" y="0"/>
          <a:chExt cx="0" cy="0"/>
        </a:xfrm>
      </p:grpSpPr>
      <p:pic>
        <p:nvPicPr>
          <p:cNvPr id="37" name="Google Shape;82;p15">
            <a:extLst>
              <a:ext uri="{FF2B5EF4-FFF2-40B4-BE49-F238E27FC236}">
                <a16:creationId xmlns:a16="http://schemas.microsoft.com/office/drawing/2014/main" id="{93EBEE8A-E312-2BB4-8BE4-6ACB188A43ED}"/>
              </a:ext>
            </a:extLst>
          </p:cNvPr>
          <p:cNvPicPr preferRelativeResize="0"/>
          <p:nvPr/>
        </p:nvPicPr>
        <p:blipFill rotWithShape="1">
          <a:blip r:embed="rId3">
            <a:alphaModFix/>
          </a:blip>
          <a:srcRect/>
          <a:stretch/>
        </p:blipFill>
        <p:spPr>
          <a:xfrm>
            <a:off x="11269922" y="6311248"/>
            <a:ext cx="743116" cy="393161"/>
          </a:xfrm>
          <a:prstGeom prst="rect">
            <a:avLst/>
          </a:prstGeom>
          <a:noFill/>
          <a:ln>
            <a:noFill/>
          </a:ln>
        </p:spPr>
      </p:pic>
      <p:sp>
        <p:nvSpPr>
          <p:cNvPr id="2" name="Google Shape;81;p15">
            <a:extLst>
              <a:ext uri="{FF2B5EF4-FFF2-40B4-BE49-F238E27FC236}">
                <a16:creationId xmlns:a16="http://schemas.microsoft.com/office/drawing/2014/main" id="{1D095699-A6EA-5737-0270-9CC8CCA96BB3}"/>
              </a:ext>
            </a:extLst>
          </p:cNvPr>
          <p:cNvSpPr txBox="1"/>
          <p:nvPr/>
        </p:nvSpPr>
        <p:spPr>
          <a:xfrm>
            <a:off x="706145" y="648767"/>
            <a:ext cx="5542255" cy="609963"/>
          </a:xfrm>
          <a:prstGeom prst="rect">
            <a:avLst/>
          </a:prstGeom>
          <a:noFill/>
          <a:ln w="9525" cap="flat" cmpd="sng">
            <a:noFill/>
            <a:prstDash val="solid"/>
            <a:round/>
            <a:headEnd type="none" w="sm" len="sm"/>
            <a:tailEnd type="none" w="sm" len="sm"/>
          </a:ln>
        </p:spPr>
        <p:txBody>
          <a:bodyPr spcFirstLastPara="1" wrap="square" lIns="74825" tIns="37425" rIns="74825" bIns="37425" anchor="t" anchorCtr="0">
            <a:noAutofit/>
          </a:bodyPr>
          <a:lstStyle/>
          <a:p>
            <a:pPr marL="0" marR="0" lvl="0" indent="0" algn="l" defTabSz="914378" rtl="0" eaLnBrk="1" fontAlgn="auto" latinLnBrk="0" hangingPunct="1">
              <a:lnSpc>
                <a:spcPct val="117000"/>
              </a:lnSpc>
              <a:spcBef>
                <a:spcPts val="0"/>
              </a:spcBef>
              <a:spcAft>
                <a:spcPts val="0"/>
              </a:spcAft>
              <a:buClrTx/>
              <a:buSzTx/>
              <a:buFontTx/>
              <a:buNone/>
              <a:tabLst/>
              <a:defRPr/>
            </a:pPr>
            <a:r>
              <a:rPr kumimoji="0" lang="sv-SE" sz="3600" b="0" i="0" u="none" strike="noStrike" kern="1200" cap="none" spc="0" normalizeH="0" baseline="0" noProof="0" dirty="0" err="1">
                <a:ln>
                  <a:noFill/>
                </a:ln>
                <a:solidFill>
                  <a:prstClr val="white"/>
                </a:solidFill>
                <a:effectLst/>
                <a:uLnTx/>
                <a:uFillTx/>
                <a:latin typeface="Poppins"/>
                <a:ea typeface="+mn-ea"/>
                <a:cs typeface="Poppins"/>
              </a:rPr>
              <a:t>Our</a:t>
            </a:r>
            <a:r>
              <a:rPr kumimoji="0" lang="sv-SE" sz="3600" b="0" i="0" u="none" strike="noStrike" kern="1200" cap="none" spc="0" normalizeH="0" baseline="0" noProof="0" dirty="0">
                <a:ln>
                  <a:noFill/>
                </a:ln>
                <a:solidFill>
                  <a:prstClr val="white"/>
                </a:solidFill>
                <a:effectLst/>
                <a:uLnTx/>
                <a:uFillTx/>
                <a:latin typeface="Poppins"/>
                <a:ea typeface="+mn-ea"/>
                <a:cs typeface="Poppins"/>
              </a:rPr>
              <a:t> </a:t>
            </a:r>
            <a:r>
              <a:rPr lang="sv-SE" sz="3600" dirty="0">
                <a:solidFill>
                  <a:prstClr val="white"/>
                </a:solidFill>
                <a:latin typeface="Poppins"/>
                <a:cs typeface="Poppins"/>
              </a:rPr>
              <a:t>U</a:t>
            </a:r>
            <a:r>
              <a:rPr kumimoji="0" lang="sv-SE" sz="3600" b="0" i="0" u="none" strike="noStrike" kern="1200" cap="none" spc="0" normalizeH="0" baseline="0" noProof="0" dirty="0" err="1">
                <a:ln>
                  <a:noFill/>
                </a:ln>
                <a:solidFill>
                  <a:prstClr val="white"/>
                </a:solidFill>
                <a:effectLst/>
                <a:uLnTx/>
                <a:uFillTx/>
                <a:latin typeface="Poppins"/>
                <a:ea typeface="+mn-ea"/>
                <a:cs typeface="Poppins"/>
              </a:rPr>
              <a:t>sers</a:t>
            </a:r>
            <a:endParaRPr kumimoji="0" lang="sv-SE"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 name="Google Shape;81;p15">
            <a:extLst>
              <a:ext uri="{FF2B5EF4-FFF2-40B4-BE49-F238E27FC236}">
                <a16:creationId xmlns:a16="http://schemas.microsoft.com/office/drawing/2014/main" id="{5125B60E-C3A6-7084-821E-D211EEF6E58E}"/>
              </a:ext>
            </a:extLst>
          </p:cNvPr>
          <p:cNvSpPr txBox="1"/>
          <p:nvPr/>
        </p:nvSpPr>
        <p:spPr>
          <a:xfrm>
            <a:off x="706145" y="427815"/>
            <a:ext cx="3846805" cy="369707"/>
          </a:xfrm>
          <a:prstGeom prst="rect">
            <a:avLst/>
          </a:prstGeom>
          <a:noFill/>
          <a:ln w="9525" cap="flat" cmpd="sng">
            <a:noFill/>
            <a:prstDash val="solid"/>
            <a:round/>
            <a:headEnd type="none" w="sm" len="sm"/>
            <a:tailEnd type="none" w="sm" len="sm"/>
          </a:ln>
        </p:spPr>
        <p:txBody>
          <a:bodyPr spcFirstLastPara="1" wrap="square" lIns="74825" tIns="37425" rIns="74825" bIns="37425" anchor="t" anchorCtr="0">
            <a:noAutofit/>
          </a:bodyPr>
          <a:lstStyle/>
          <a:p>
            <a:pPr marL="0" marR="0" lvl="0" indent="0" algn="l" defTabSz="914378" rtl="0" eaLnBrk="1" fontAlgn="auto" latinLnBrk="0" hangingPunct="1">
              <a:lnSpc>
                <a:spcPct val="117000"/>
              </a:lnSpc>
              <a:spcBef>
                <a:spcPts val="0"/>
              </a:spcBef>
              <a:spcAft>
                <a:spcPts val="0"/>
              </a:spcAft>
              <a:buClrTx/>
              <a:buSzTx/>
              <a:buFontTx/>
              <a:buNone/>
              <a:tabLst/>
              <a:defRPr/>
            </a:pPr>
            <a:r>
              <a:rPr kumimoji="0" lang="sv-SE" sz="1600" b="0" i="1" u="none" strike="noStrike" kern="1200" cap="none" spc="0" normalizeH="0" baseline="0" noProof="0" dirty="0">
                <a:ln>
                  <a:noFill/>
                </a:ln>
                <a:solidFill>
                  <a:srgbClr val="00B0F0"/>
                </a:solidFill>
                <a:effectLst/>
                <a:uLnTx/>
                <a:uFillTx/>
                <a:latin typeface="Aptos" panose="02110004020202020204"/>
                <a:ea typeface="+mn-ea"/>
                <a:cs typeface="+mn-cs"/>
              </a:rPr>
              <a:t>AI </a:t>
            </a:r>
            <a:r>
              <a:rPr kumimoji="0" lang="sv-SE" sz="1600" b="0" i="1" u="none" strike="noStrike" kern="1200" cap="none" spc="0" normalizeH="0" baseline="0" noProof="0" dirty="0" err="1">
                <a:ln>
                  <a:noFill/>
                </a:ln>
                <a:solidFill>
                  <a:srgbClr val="00B0F0"/>
                </a:solidFill>
                <a:effectLst/>
                <a:uLnTx/>
                <a:uFillTx/>
                <a:latin typeface="Aptos" panose="02110004020202020204"/>
                <a:ea typeface="+mn-ea"/>
                <a:cs typeface="+mn-cs"/>
              </a:rPr>
              <a:t>Hackathon</a:t>
            </a:r>
            <a:endParaRPr kumimoji="0" lang="sv-SE" sz="1600" b="0" i="1" u="none" strike="noStrike" kern="1200" cap="none" spc="0" normalizeH="0" baseline="0" noProof="0" dirty="0">
              <a:ln>
                <a:noFill/>
              </a:ln>
              <a:solidFill>
                <a:srgbClr val="00B0F0"/>
              </a:solidFill>
              <a:effectLst/>
              <a:uLnTx/>
              <a:uFillTx/>
              <a:latin typeface="Aptos" panose="02110004020202020204"/>
              <a:ea typeface="+mn-ea"/>
              <a:cs typeface="+mn-cs"/>
            </a:endParaRPr>
          </a:p>
        </p:txBody>
      </p:sp>
      <p:sp>
        <p:nvSpPr>
          <p:cNvPr id="3" name="Google Shape;81;p15">
            <a:extLst>
              <a:ext uri="{FF2B5EF4-FFF2-40B4-BE49-F238E27FC236}">
                <a16:creationId xmlns:a16="http://schemas.microsoft.com/office/drawing/2014/main" id="{E2E4433D-B4DE-0639-1065-779B83E5FC56}"/>
              </a:ext>
            </a:extLst>
          </p:cNvPr>
          <p:cNvSpPr txBox="1"/>
          <p:nvPr/>
        </p:nvSpPr>
        <p:spPr>
          <a:xfrm>
            <a:off x="5627131" y="2515172"/>
            <a:ext cx="5917169" cy="2592555"/>
          </a:xfrm>
          <a:prstGeom prst="rect">
            <a:avLst/>
          </a:prstGeom>
          <a:noFill/>
          <a:ln w="9525" cap="flat" cmpd="sng">
            <a:noFill/>
            <a:prstDash val="solid"/>
            <a:round/>
            <a:headEnd type="none" w="sm" len="sm"/>
            <a:tailEnd type="none" w="sm" len="sm"/>
          </a:ln>
        </p:spPr>
        <p:txBody>
          <a:bodyPr spcFirstLastPara="1" wrap="square" lIns="74825" tIns="37425" rIns="74825" bIns="37425" anchor="t" anchorCtr="0">
            <a:noAutofit/>
          </a:bodyPr>
          <a:lstStyle/>
          <a:p>
            <a:pPr marL="285750" lvl="0" indent="-285750">
              <a:buFont typeface="Arial" panose="020B0604020202020204" pitchFamily="34" charset="0"/>
              <a:buChar char="•"/>
              <a:defRPr/>
            </a:pPr>
            <a:r>
              <a:rPr lang="en-US" sz="1600" b="1" dirty="0">
                <a:solidFill>
                  <a:prstClr val="white"/>
                </a:solidFill>
                <a:latin typeface="Raleway" pitchFamily="2" charset="0"/>
              </a:rPr>
              <a:t>Internal users: </a:t>
            </a:r>
            <a:r>
              <a:rPr lang="en-US" sz="1600" dirty="0">
                <a:solidFill>
                  <a:prstClr val="white"/>
                </a:solidFill>
                <a:latin typeface="Raleway" pitchFamily="2" charset="0"/>
              </a:rPr>
              <a:t>Sales representatives, recruiters, talent agents, consultant/delivery managers and finance teams</a:t>
            </a:r>
            <a:br>
              <a:rPr lang="en-US" sz="1600" dirty="0">
                <a:solidFill>
                  <a:prstClr val="white"/>
                </a:solidFill>
                <a:latin typeface="Raleway" pitchFamily="2" charset="0"/>
              </a:rPr>
            </a:br>
            <a:endParaRPr lang="en-US" sz="1600" dirty="0">
              <a:solidFill>
                <a:prstClr val="white"/>
              </a:solidFill>
              <a:latin typeface="Raleway" pitchFamily="2" charset="0"/>
            </a:endParaRPr>
          </a:p>
          <a:p>
            <a:pPr marL="285750" lvl="0" indent="-285750">
              <a:buFont typeface="Arial" panose="020B0604020202020204" pitchFamily="34" charset="0"/>
              <a:buChar char="•"/>
              <a:defRPr/>
            </a:pPr>
            <a:r>
              <a:rPr lang="en-US" sz="1600" b="1" dirty="0">
                <a:solidFill>
                  <a:prstClr val="white"/>
                </a:solidFill>
                <a:latin typeface="Raleway" pitchFamily="2" charset="0"/>
              </a:rPr>
              <a:t>External users: </a:t>
            </a:r>
            <a:r>
              <a:rPr lang="en-US" sz="1600" dirty="0">
                <a:solidFill>
                  <a:prstClr val="white"/>
                </a:solidFill>
                <a:latin typeface="Raleway" pitchFamily="2" charset="0"/>
              </a:rPr>
              <a:t>Customer ordering contacts (our customers’ customers), candidates and consultants</a:t>
            </a:r>
            <a:br>
              <a:rPr lang="en-US" sz="1600" dirty="0">
                <a:solidFill>
                  <a:prstClr val="white"/>
                </a:solidFill>
                <a:latin typeface="Raleway" pitchFamily="2" charset="0"/>
              </a:rPr>
            </a:br>
            <a:endParaRPr lang="en-US" sz="1600" dirty="0">
              <a:solidFill>
                <a:prstClr val="white"/>
              </a:solidFill>
              <a:latin typeface="Raleway" pitchFamily="2" charset="0"/>
            </a:endParaRPr>
          </a:p>
          <a:p>
            <a:pPr marL="285750" lvl="0" indent="-285750">
              <a:buFont typeface="Arial" panose="020B0604020202020204" pitchFamily="34" charset="0"/>
              <a:buChar char="•"/>
              <a:defRPr/>
            </a:pPr>
            <a:r>
              <a:rPr lang="en-US" sz="1600" dirty="0">
                <a:solidFill>
                  <a:prstClr val="white"/>
                </a:solidFill>
                <a:latin typeface="Raleway" pitchFamily="2" charset="0"/>
              </a:rPr>
              <a:t>Each role is supported by tailored workflows and integrated tools that streamline daily work, improve collaboration and enable a seamless end-to-end process  from candidate sourcing to invoicing</a:t>
            </a:r>
            <a:endParaRPr kumimoji="0" lang="sv-SE" sz="1600" b="0" i="0" u="none" strike="noStrike" kern="1200" cap="none" spc="0" normalizeH="0" baseline="0" noProof="0" dirty="0">
              <a:ln>
                <a:noFill/>
              </a:ln>
              <a:solidFill>
                <a:prstClr val="white"/>
              </a:solidFill>
              <a:effectLst/>
              <a:uLnTx/>
              <a:uFillTx/>
              <a:latin typeface="Raleway" pitchFamily="2" charset="0"/>
              <a:ea typeface="+mn-ea"/>
              <a:cs typeface="+mn-cs"/>
            </a:endParaRPr>
          </a:p>
        </p:txBody>
      </p:sp>
      <p:pic>
        <p:nvPicPr>
          <p:cNvPr id="5" name="Bildobjekt 4" descr="En bild som visar klädsel, Människoansikte, person, clipart&#10;&#10;AI-genererat innehåll kan vara felaktigt.">
            <a:extLst>
              <a:ext uri="{FF2B5EF4-FFF2-40B4-BE49-F238E27FC236}">
                <a16:creationId xmlns:a16="http://schemas.microsoft.com/office/drawing/2014/main" id="{11FF6DAC-FD2B-DBD8-BCF3-C500618823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66545" y="2009501"/>
            <a:ext cx="3603899" cy="3603899"/>
          </a:xfrm>
          <a:prstGeom prst="rect">
            <a:avLst/>
          </a:prstGeom>
        </p:spPr>
      </p:pic>
    </p:spTree>
    <p:extLst>
      <p:ext uri="{BB962C8B-B14F-4D97-AF65-F5344CB8AC3E}">
        <p14:creationId xmlns:p14="http://schemas.microsoft.com/office/powerpoint/2010/main" val="1100698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8F59E40E-AE15-E02A-DAF6-C2019441F7C4}"/>
            </a:ext>
          </a:extLst>
        </p:cNvPr>
        <p:cNvGrpSpPr/>
        <p:nvPr/>
      </p:nvGrpSpPr>
      <p:grpSpPr>
        <a:xfrm>
          <a:off x="0" y="0"/>
          <a:ext cx="0" cy="0"/>
          <a:chOff x="0" y="0"/>
          <a:chExt cx="0" cy="0"/>
        </a:xfrm>
      </p:grpSpPr>
      <p:sp>
        <p:nvSpPr>
          <p:cNvPr id="6" name="Rectangle: Rounded Corners 14">
            <a:extLst>
              <a:ext uri="{FF2B5EF4-FFF2-40B4-BE49-F238E27FC236}">
                <a16:creationId xmlns:a16="http://schemas.microsoft.com/office/drawing/2014/main" id="{D2B9C54C-7695-5C09-BE7B-8F66A1DFACD1}"/>
              </a:ext>
            </a:extLst>
          </p:cNvPr>
          <p:cNvSpPr>
            <a:spLocks/>
          </p:cNvSpPr>
          <p:nvPr/>
        </p:nvSpPr>
        <p:spPr>
          <a:xfrm>
            <a:off x="1014370" y="1459362"/>
            <a:ext cx="9532980" cy="2490338"/>
          </a:xfrm>
          <a:prstGeom prst="roundRect">
            <a:avLst>
              <a:gd name="adj" fmla="val 5045"/>
            </a:avLst>
          </a:prstGeom>
          <a:solidFill>
            <a:srgbClr val="002F5F">
              <a:lumMod val="90000"/>
              <a:lumOff val="10000"/>
            </a:srgbClr>
          </a:solidFill>
          <a:ln w="12700" cap="sq" cmpd="sng" algn="ctr">
            <a:noFill/>
            <a:prstDash val="solid"/>
            <a:miter lim="800000"/>
          </a:ln>
          <a:effectLst>
            <a:outerShdw blurRad="63500" sx="102000" sy="102000" algn="ctr"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sv-SE" sz="1600" b="0" i="0" u="none" strike="noStrike" kern="0" cap="none" spc="0" normalizeH="0" baseline="0" noProof="0">
              <a:ln>
                <a:noFill/>
              </a:ln>
              <a:solidFill>
                <a:srgbClr val="FCECE7"/>
              </a:solidFill>
              <a:effectLst/>
              <a:uLnTx/>
              <a:uFillTx/>
              <a:latin typeface="Poppins"/>
              <a:ea typeface="+mn-ea"/>
              <a:cs typeface="+mn-cs"/>
            </a:endParaRPr>
          </a:p>
        </p:txBody>
      </p:sp>
      <p:pic>
        <p:nvPicPr>
          <p:cNvPr id="37" name="Google Shape;82;p15">
            <a:extLst>
              <a:ext uri="{FF2B5EF4-FFF2-40B4-BE49-F238E27FC236}">
                <a16:creationId xmlns:a16="http://schemas.microsoft.com/office/drawing/2014/main" id="{2E3B5385-A3D3-F609-AC2D-A6D12D528DFC}"/>
              </a:ext>
            </a:extLst>
          </p:cNvPr>
          <p:cNvPicPr preferRelativeResize="0"/>
          <p:nvPr/>
        </p:nvPicPr>
        <p:blipFill rotWithShape="1">
          <a:blip r:embed="rId3">
            <a:alphaModFix/>
          </a:blip>
          <a:srcRect/>
          <a:stretch/>
        </p:blipFill>
        <p:spPr>
          <a:xfrm>
            <a:off x="11269922" y="6311248"/>
            <a:ext cx="743116" cy="393161"/>
          </a:xfrm>
          <a:prstGeom prst="rect">
            <a:avLst/>
          </a:prstGeom>
          <a:noFill/>
          <a:ln>
            <a:noFill/>
          </a:ln>
        </p:spPr>
      </p:pic>
      <p:sp>
        <p:nvSpPr>
          <p:cNvPr id="2" name="Google Shape;81;p15">
            <a:extLst>
              <a:ext uri="{FF2B5EF4-FFF2-40B4-BE49-F238E27FC236}">
                <a16:creationId xmlns:a16="http://schemas.microsoft.com/office/drawing/2014/main" id="{CECA099A-0298-036B-396F-E6B4AA60D354}"/>
              </a:ext>
            </a:extLst>
          </p:cNvPr>
          <p:cNvSpPr txBox="1"/>
          <p:nvPr/>
        </p:nvSpPr>
        <p:spPr>
          <a:xfrm>
            <a:off x="706145" y="648767"/>
            <a:ext cx="7790155" cy="609963"/>
          </a:xfrm>
          <a:prstGeom prst="rect">
            <a:avLst/>
          </a:prstGeom>
          <a:noFill/>
          <a:ln w="9525" cap="flat" cmpd="sng">
            <a:noFill/>
            <a:prstDash val="solid"/>
            <a:round/>
            <a:headEnd type="none" w="sm" len="sm"/>
            <a:tailEnd type="none" w="sm" len="sm"/>
          </a:ln>
        </p:spPr>
        <p:txBody>
          <a:bodyPr spcFirstLastPara="1" wrap="square" lIns="74825" tIns="37425" rIns="74825" bIns="37425" anchor="t" anchorCtr="0">
            <a:noAutofit/>
          </a:bodyPr>
          <a:lstStyle/>
          <a:p>
            <a:pPr marL="0" marR="0" lvl="0" indent="0" algn="l" defTabSz="914378" rtl="0" eaLnBrk="1" fontAlgn="auto" latinLnBrk="0" hangingPunct="1">
              <a:lnSpc>
                <a:spcPct val="117000"/>
              </a:lnSpc>
              <a:spcBef>
                <a:spcPts val="0"/>
              </a:spcBef>
              <a:spcAft>
                <a:spcPts val="0"/>
              </a:spcAft>
              <a:buClrTx/>
              <a:buSzTx/>
              <a:buFontTx/>
              <a:buNone/>
              <a:tabLst/>
              <a:defRPr/>
            </a:pPr>
            <a:r>
              <a:rPr kumimoji="0" lang="sv-SE" sz="3600" b="0" i="0" u="none" strike="noStrike" kern="1200" cap="none" spc="0" normalizeH="0" baseline="0" noProof="0" dirty="0">
                <a:ln>
                  <a:noFill/>
                </a:ln>
                <a:solidFill>
                  <a:prstClr val="white"/>
                </a:solidFill>
                <a:effectLst/>
                <a:uLnTx/>
                <a:uFillTx/>
                <a:latin typeface="Poppins"/>
                <a:ea typeface="+mn-ea"/>
                <a:cs typeface="Poppins"/>
              </a:rPr>
              <a:t>The </a:t>
            </a:r>
            <a:r>
              <a:rPr kumimoji="0" lang="sv-SE" sz="3600" b="0" i="0" u="none" strike="noStrike" kern="1200" cap="none" spc="0" normalizeH="0" baseline="0" noProof="0" dirty="0" err="1">
                <a:ln>
                  <a:noFill/>
                </a:ln>
                <a:solidFill>
                  <a:prstClr val="white"/>
                </a:solidFill>
                <a:effectLst/>
                <a:uLnTx/>
                <a:uFillTx/>
                <a:latin typeface="Poppins"/>
                <a:ea typeface="+mn-ea"/>
                <a:cs typeface="Poppins"/>
              </a:rPr>
              <a:t>Hackathon</a:t>
            </a:r>
            <a:r>
              <a:rPr kumimoji="0" lang="sv-SE" sz="3600" b="0" i="0" u="none" strike="noStrike" kern="1200" cap="none" spc="0" normalizeH="0" baseline="0" noProof="0" dirty="0">
                <a:ln>
                  <a:noFill/>
                </a:ln>
                <a:solidFill>
                  <a:prstClr val="white"/>
                </a:solidFill>
                <a:effectLst/>
                <a:uLnTx/>
                <a:uFillTx/>
                <a:latin typeface="Poppins"/>
                <a:ea typeface="+mn-ea"/>
                <a:cs typeface="Poppins"/>
              </a:rPr>
              <a:t> Challenge</a:t>
            </a:r>
            <a:endParaRPr kumimoji="0" lang="sv-SE"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 name="Google Shape;81;p15">
            <a:extLst>
              <a:ext uri="{FF2B5EF4-FFF2-40B4-BE49-F238E27FC236}">
                <a16:creationId xmlns:a16="http://schemas.microsoft.com/office/drawing/2014/main" id="{951931B8-47E3-7FBE-9BEB-90089E14EA66}"/>
              </a:ext>
            </a:extLst>
          </p:cNvPr>
          <p:cNvSpPr txBox="1"/>
          <p:nvPr/>
        </p:nvSpPr>
        <p:spPr>
          <a:xfrm>
            <a:off x="706145" y="427815"/>
            <a:ext cx="3846805" cy="369707"/>
          </a:xfrm>
          <a:prstGeom prst="rect">
            <a:avLst/>
          </a:prstGeom>
          <a:noFill/>
          <a:ln w="9525" cap="flat" cmpd="sng">
            <a:noFill/>
            <a:prstDash val="solid"/>
            <a:round/>
            <a:headEnd type="none" w="sm" len="sm"/>
            <a:tailEnd type="none" w="sm" len="sm"/>
          </a:ln>
        </p:spPr>
        <p:txBody>
          <a:bodyPr spcFirstLastPara="1" wrap="square" lIns="74825" tIns="37425" rIns="74825" bIns="37425" anchor="t" anchorCtr="0">
            <a:noAutofit/>
          </a:bodyPr>
          <a:lstStyle/>
          <a:p>
            <a:pPr marL="0" marR="0" lvl="0" indent="0" algn="l" defTabSz="914378" rtl="0" eaLnBrk="1" fontAlgn="auto" latinLnBrk="0" hangingPunct="1">
              <a:lnSpc>
                <a:spcPct val="117000"/>
              </a:lnSpc>
              <a:spcBef>
                <a:spcPts val="0"/>
              </a:spcBef>
              <a:spcAft>
                <a:spcPts val="0"/>
              </a:spcAft>
              <a:buClrTx/>
              <a:buSzTx/>
              <a:buFontTx/>
              <a:buNone/>
              <a:tabLst/>
              <a:defRPr/>
            </a:pPr>
            <a:r>
              <a:rPr kumimoji="0" lang="sv-SE" sz="1600" b="0" i="1" u="none" strike="noStrike" kern="1200" cap="none" spc="0" normalizeH="0" baseline="0" noProof="0" dirty="0">
                <a:ln>
                  <a:noFill/>
                </a:ln>
                <a:solidFill>
                  <a:srgbClr val="00B0F0"/>
                </a:solidFill>
                <a:effectLst/>
                <a:uLnTx/>
                <a:uFillTx/>
                <a:latin typeface="Aptos" panose="02110004020202020204"/>
                <a:ea typeface="+mn-ea"/>
                <a:cs typeface="+mn-cs"/>
              </a:rPr>
              <a:t>AI </a:t>
            </a:r>
            <a:r>
              <a:rPr kumimoji="0" lang="sv-SE" sz="1600" b="0" i="1" u="none" strike="noStrike" kern="1200" cap="none" spc="0" normalizeH="0" baseline="0" noProof="0" dirty="0" err="1">
                <a:ln>
                  <a:noFill/>
                </a:ln>
                <a:solidFill>
                  <a:srgbClr val="00B0F0"/>
                </a:solidFill>
                <a:effectLst/>
                <a:uLnTx/>
                <a:uFillTx/>
                <a:latin typeface="Aptos" panose="02110004020202020204"/>
                <a:ea typeface="+mn-ea"/>
                <a:cs typeface="+mn-cs"/>
              </a:rPr>
              <a:t>Hackathon</a:t>
            </a:r>
            <a:endParaRPr kumimoji="0" lang="sv-SE" sz="1600" b="0" i="1" u="none" strike="noStrike" kern="1200" cap="none" spc="0" normalizeH="0" baseline="0" noProof="0" dirty="0">
              <a:ln>
                <a:noFill/>
              </a:ln>
              <a:solidFill>
                <a:srgbClr val="00B0F0"/>
              </a:solidFill>
              <a:effectLst/>
              <a:uLnTx/>
              <a:uFillTx/>
              <a:latin typeface="Aptos" panose="02110004020202020204"/>
              <a:ea typeface="+mn-ea"/>
              <a:cs typeface="+mn-cs"/>
            </a:endParaRPr>
          </a:p>
        </p:txBody>
      </p:sp>
      <p:sp>
        <p:nvSpPr>
          <p:cNvPr id="3" name="Google Shape;81;p15">
            <a:extLst>
              <a:ext uri="{FF2B5EF4-FFF2-40B4-BE49-F238E27FC236}">
                <a16:creationId xmlns:a16="http://schemas.microsoft.com/office/drawing/2014/main" id="{C4011E95-D95F-9CD4-9BDB-640FE9FAA9A9}"/>
              </a:ext>
            </a:extLst>
          </p:cNvPr>
          <p:cNvSpPr txBox="1"/>
          <p:nvPr/>
        </p:nvSpPr>
        <p:spPr>
          <a:xfrm>
            <a:off x="1236904" y="1554003"/>
            <a:ext cx="8966200" cy="2063177"/>
          </a:xfrm>
          <a:prstGeom prst="rect">
            <a:avLst/>
          </a:prstGeom>
          <a:noFill/>
          <a:ln w="9525" cap="flat" cmpd="sng">
            <a:noFill/>
            <a:prstDash val="solid"/>
            <a:round/>
            <a:headEnd type="none" w="sm" len="sm"/>
            <a:tailEnd type="none" w="sm" len="sm"/>
          </a:ln>
        </p:spPr>
        <p:txBody>
          <a:bodyPr spcFirstLastPara="1" wrap="square" lIns="74825" tIns="37425" rIns="74825" bIns="37425" anchor="t" anchorCtr="0">
            <a:noAutofit/>
          </a:bodyPr>
          <a:lstStyle/>
          <a:p>
            <a:pPr lvl="0">
              <a:defRPr/>
            </a:pPr>
            <a:r>
              <a:rPr lang="en-US" sz="1400" b="1" dirty="0">
                <a:solidFill>
                  <a:prstClr val="white"/>
                </a:solidFill>
                <a:latin typeface="Raleway" pitchFamily="2" charset="0"/>
              </a:rPr>
              <a:t>AI-Powered Customer Portal</a:t>
            </a:r>
            <a:br>
              <a:rPr lang="en-US" sz="1200" b="1" dirty="0">
                <a:solidFill>
                  <a:prstClr val="white"/>
                </a:solidFill>
                <a:latin typeface="Raleway" pitchFamily="2" charset="0"/>
              </a:rPr>
            </a:br>
            <a:br>
              <a:rPr lang="en-US" sz="1200" b="1" dirty="0">
                <a:solidFill>
                  <a:prstClr val="white"/>
                </a:solidFill>
                <a:latin typeface="Raleway" pitchFamily="2" charset="0"/>
              </a:rPr>
            </a:br>
            <a:r>
              <a:rPr lang="en-US" sz="1200" dirty="0">
                <a:solidFill>
                  <a:prstClr val="white"/>
                </a:solidFill>
                <a:latin typeface="Raleway" pitchFamily="2" charset="0"/>
              </a:rPr>
              <a:t>Staffing customers operate in fast-paced, disruption-driven environments where staffing needs can change with very short notice. When changes occur, customers must reach out to their staffing provider, explain the situation, wait for analysis, and rely on manual coordination - often under time pressure (inside or outside of normal business hours).</a:t>
            </a:r>
            <a:br>
              <a:rPr lang="en-US" sz="1200" dirty="0">
                <a:solidFill>
                  <a:prstClr val="white"/>
                </a:solidFill>
                <a:latin typeface="Raleway" pitchFamily="2" charset="0"/>
              </a:rPr>
            </a:br>
            <a:br>
              <a:rPr lang="en-US" sz="1200" dirty="0">
                <a:solidFill>
                  <a:prstClr val="white"/>
                </a:solidFill>
                <a:latin typeface="Raleway" pitchFamily="2" charset="0"/>
              </a:rPr>
            </a:br>
            <a:r>
              <a:rPr lang="en-US" sz="1200" dirty="0">
                <a:solidFill>
                  <a:prstClr val="white"/>
                </a:solidFill>
                <a:latin typeface="Raleway" pitchFamily="2" charset="0"/>
              </a:rPr>
              <a:t>The core challenge is to enable fast, confident customer action without compromising quality, control or professional decision-making.</a:t>
            </a:r>
            <a:br>
              <a:rPr lang="en-US" sz="1200" dirty="0">
                <a:solidFill>
                  <a:prstClr val="white"/>
                </a:solidFill>
                <a:latin typeface="Raleway" pitchFamily="2" charset="0"/>
              </a:rPr>
            </a:br>
            <a:br>
              <a:rPr lang="en-US" sz="1200" dirty="0">
                <a:solidFill>
                  <a:prstClr val="white"/>
                </a:solidFill>
                <a:latin typeface="Raleway" pitchFamily="2" charset="0"/>
              </a:rPr>
            </a:br>
            <a:r>
              <a:rPr lang="en-US" sz="1200" dirty="0">
                <a:solidFill>
                  <a:prstClr val="white"/>
                </a:solidFill>
                <a:latin typeface="Raleway" pitchFamily="2" charset="0"/>
              </a:rPr>
              <a:t>While customers want speed and self-service, staffing providers must ensure the right competence, customer experience, and compliance in every decision.</a:t>
            </a:r>
            <a:endParaRPr kumimoji="0" lang="sv-SE" sz="1200" i="0" u="none" strike="noStrike" kern="1200" cap="none" spc="0" normalizeH="0" baseline="0" noProof="0" dirty="0">
              <a:ln>
                <a:noFill/>
              </a:ln>
              <a:solidFill>
                <a:prstClr val="white"/>
              </a:solidFill>
              <a:effectLst/>
              <a:uLnTx/>
              <a:uFillTx/>
              <a:latin typeface="Raleway" pitchFamily="2" charset="0"/>
            </a:endParaRPr>
          </a:p>
        </p:txBody>
      </p:sp>
      <p:sp>
        <p:nvSpPr>
          <p:cNvPr id="9" name="Rectangle: Rounded Corners 14">
            <a:extLst>
              <a:ext uri="{FF2B5EF4-FFF2-40B4-BE49-F238E27FC236}">
                <a16:creationId xmlns:a16="http://schemas.microsoft.com/office/drawing/2014/main" id="{4AB6D933-E6FF-A143-9EA8-736CAD283F24}"/>
              </a:ext>
            </a:extLst>
          </p:cNvPr>
          <p:cNvSpPr>
            <a:spLocks/>
          </p:cNvSpPr>
          <p:nvPr/>
        </p:nvSpPr>
        <p:spPr>
          <a:xfrm>
            <a:off x="1014370" y="4049544"/>
            <a:ext cx="9532980" cy="2490338"/>
          </a:xfrm>
          <a:prstGeom prst="roundRect">
            <a:avLst>
              <a:gd name="adj" fmla="val 5045"/>
            </a:avLst>
          </a:prstGeom>
          <a:solidFill>
            <a:srgbClr val="002F5F">
              <a:lumMod val="90000"/>
              <a:lumOff val="10000"/>
            </a:srgbClr>
          </a:solidFill>
          <a:ln w="12700" cap="sq" cmpd="sng" algn="ctr">
            <a:noFill/>
            <a:prstDash val="solid"/>
            <a:miter lim="800000"/>
          </a:ln>
          <a:effectLst>
            <a:outerShdw blurRad="63500" sx="102000" sy="102000" algn="ctr"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sv-SE" sz="1600" b="0" i="0" u="none" strike="noStrike" kern="0" cap="none" spc="0" normalizeH="0" baseline="0" noProof="0">
              <a:ln>
                <a:noFill/>
              </a:ln>
              <a:solidFill>
                <a:srgbClr val="FCECE7"/>
              </a:solidFill>
              <a:effectLst/>
              <a:uLnTx/>
              <a:uFillTx/>
              <a:latin typeface="Poppins"/>
              <a:ea typeface="+mn-ea"/>
              <a:cs typeface="+mn-cs"/>
            </a:endParaRPr>
          </a:p>
        </p:txBody>
      </p:sp>
      <p:sp>
        <p:nvSpPr>
          <p:cNvPr id="11" name="Google Shape;81;p15">
            <a:extLst>
              <a:ext uri="{FF2B5EF4-FFF2-40B4-BE49-F238E27FC236}">
                <a16:creationId xmlns:a16="http://schemas.microsoft.com/office/drawing/2014/main" id="{EB5D3F8C-EFEC-1710-7799-68018D76F1F7}"/>
              </a:ext>
            </a:extLst>
          </p:cNvPr>
          <p:cNvSpPr txBox="1"/>
          <p:nvPr/>
        </p:nvSpPr>
        <p:spPr>
          <a:xfrm>
            <a:off x="1236904" y="4150332"/>
            <a:ext cx="8966200" cy="2063177"/>
          </a:xfrm>
          <a:prstGeom prst="rect">
            <a:avLst/>
          </a:prstGeom>
          <a:noFill/>
          <a:ln w="9525" cap="flat" cmpd="sng">
            <a:noFill/>
            <a:prstDash val="solid"/>
            <a:round/>
            <a:headEnd type="none" w="sm" len="sm"/>
            <a:tailEnd type="none" w="sm" len="sm"/>
          </a:ln>
        </p:spPr>
        <p:txBody>
          <a:bodyPr spcFirstLastPara="1" wrap="square" lIns="74825" tIns="37425" rIns="74825" bIns="37425" anchor="t" anchorCtr="0">
            <a:noAutofit/>
          </a:bodyPr>
          <a:lstStyle/>
          <a:p>
            <a:pPr lvl="0">
              <a:defRPr/>
            </a:pPr>
            <a:r>
              <a:rPr lang="en-US" sz="1400" b="1" dirty="0">
                <a:solidFill>
                  <a:prstClr val="white"/>
                </a:solidFill>
                <a:latin typeface="Raleway" pitchFamily="2" charset="0"/>
              </a:rPr>
              <a:t>Your Challenge</a:t>
            </a:r>
            <a:br>
              <a:rPr lang="en-US" sz="1200" b="1" dirty="0">
                <a:solidFill>
                  <a:prstClr val="white"/>
                </a:solidFill>
                <a:latin typeface="Raleway" pitchFamily="2" charset="0"/>
              </a:rPr>
            </a:br>
            <a:br>
              <a:rPr lang="en-US" sz="1200" b="1" dirty="0">
                <a:solidFill>
                  <a:prstClr val="white"/>
                </a:solidFill>
                <a:latin typeface="Raleway" pitchFamily="2" charset="0"/>
              </a:rPr>
            </a:br>
            <a:r>
              <a:rPr lang="en-US" sz="1200" dirty="0">
                <a:solidFill>
                  <a:prstClr val="white"/>
                </a:solidFill>
                <a:latin typeface="Raleway" pitchFamily="2" charset="0"/>
              </a:rPr>
              <a:t>Build an AI-powered customer portal that allows customers to express staffing needs in natural language and immediately receive qualified, transparent suggestions. The system should:</a:t>
            </a:r>
          </a:p>
          <a:p>
            <a:pPr lvl="0">
              <a:defRPr/>
            </a:pPr>
            <a:endParaRPr lang="en-US" sz="1200" dirty="0">
              <a:solidFill>
                <a:prstClr val="white"/>
              </a:solidFill>
              <a:latin typeface="Raleway" pitchFamily="2" charset="0"/>
            </a:endParaRPr>
          </a:p>
          <a:p>
            <a:pPr marL="171450" lvl="0" indent="-171450">
              <a:buFont typeface="Arial" panose="020B0604020202020204" pitchFamily="34" charset="0"/>
              <a:buChar char="•"/>
              <a:defRPr/>
            </a:pPr>
            <a:r>
              <a:rPr lang="en-US" sz="1200" dirty="0">
                <a:solidFill>
                  <a:prstClr val="white"/>
                </a:solidFill>
                <a:latin typeface="Raleway" pitchFamily="2" charset="0"/>
              </a:rPr>
              <a:t>Interpret customer intent from unstructured input</a:t>
            </a:r>
          </a:p>
          <a:p>
            <a:pPr marL="171450" lvl="0" indent="-171450">
              <a:buFont typeface="Arial" panose="020B0604020202020204" pitchFamily="34" charset="0"/>
              <a:buChar char="•"/>
              <a:defRPr/>
            </a:pPr>
            <a:r>
              <a:rPr lang="en-US" sz="1200" dirty="0">
                <a:solidFill>
                  <a:prstClr val="white"/>
                </a:solidFill>
                <a:latin typeface="Raleway" pitchFamily="2" charset="0"/>
              </a:rPr>
              <a:t>Analyze availability, competence and quality risk</a:t>
            </a:r>
          </a:p>
          <a:p>
            <a:pPr marL="171450" lvl="0" indent="-171450">
              <a:buFont typeface="Arial" panose="020B0604020202020204" pitchFamily="34" charset="0"/>
              <a:buChar char="•"/>
              <a:defRPr/>
            </a:pPr>
            <a:r>
              <a:rPr lang="en-US" sz="1200" dirty="0">
                <a:solidFill>
                  <a:prstClr val="white"/>
                </a:solidFill>
                <a:latin typeface="Raleway" pitchFamily="2" charset="0"/>
              </a:rPr>
              <a:t>Present clear options and trade-offs</a:t>
            </a:r>
          </a:p>
          <a:p>
            <a:pPr marL="171450" lvl="0" indent="-171450">
              <a:buFont typeface="Arial" panose="020B0604020202020204" pitchFamily="34" charset="0"/>
              <a:buChar char="•"/>
              <a:defRPr/>
            </a:pPr>
            <a:r>
              <a:rPr lang="en-US" sz="1200" dirty="0">
                <a:solidFill>
                  <a:prstClr val="white"/>
                </a:solidFill>
                <a:latin typeface="Raleway" pitchFamily="2" charset="0"/>
              </a:rPr>
              <a:t>Keep the consultant/delivery manager in control of final decisions</a:t>
            </a:r>
          </a:p>
          <a:p>
            <a:pPr lvl="0">
              <a:defRPr/>
            </a:pPr>
            <a:endParaRPr lang="en-US" sz="1200" dirty="0">
              <a:solidFill>
                <a:prstClr val="white"/>
              </a:solidFill>
              <a:latin typeface="Raleway" pitchFamily="2" charset="0"/>
            </a:endParaRPr>
          </a:p>
          <a:p>
            <a:pPr lvl="0">
              <a:defRPr/>
            </a:pPr>
            <a:r>
              <a:rPr lang="en-US" sz="1200" dirty="0">
                <a:solidFill>
                  <a:prstClr val="white"/>
                </a:solidFill>
                <a:latin typeface="Raleway" pitchFamily="2" charset="0"/>
              </a:rPr>
              <a:t>The result should be a workflow where AI handles complexity, customers gain speed and consultant managers retain ownership of quality and relationships.</a:t>
            </a:r>
            <a:endParaRPr kumimoji="0" lang="sv-SE" sz="1200" i="0" u="none" strike="noStrike" kern="1200" cap="none" spc="0" normalizeH="0" baseline="0" noProof="0" dirty="0">
              <a:ln>
                <a:noFill/>
              </a:ln>
              <a:solidFill>
                <a:prstClr val="white"/>
              </a:solidFill>
              <a:effectLst/>
              <a:uLnTx/>
              <a:uFillTx/>
              <a:latin typeface="Raleway" pitchFamily="2" charset="0"/>
            </a:endParaRPr>
          </a:p>
        </p:txBody>
      </p:sp>
    </p:spTree>
    <p:extLst>
      <p:ext uri="{BB962C8B-B14F-4D97-AF65-F5344CB8AC3E}">
        <p14:creationId xmlns:p14="http://schemas.microsoft.com/office/powerpoint/2010/main" val="2982205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 grpId="0"/>
      <p:bldP spid="9" grpId="0" animBg="1"/>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727033C9-B34A-5396-BA0D-D798F25B0792}"/>
            </a:ext>
          </a:extLst>
        </p:cNvPr>
        <p:cNvGrpSpPr/>
        <p:nvPr/>
      </p:nvGrpSpPr>
      <p:grpSpPr>
        <a:xfrm>
          <a:off x="0" y="0"/>
          <a:ext cx="0" cy="0"/>
          <a:chOff x="0" y="0"/>
          <a:chExt cx="0" cy="0"/>
        </a:xfrm>
      </p:grpSpPr>
      <p:sp>
        <p:nvSpPr>
          <p:cNvPr id="7" name="Rectangle: Rounded Corners 14">
            <a:extLst>
              <a:ext uri="{FF2B5EF4-FFF2-40B4-BE49-F238E27FC236}">
                <a16:creationId xmlns:a16="http://schemas.microsoft.com/office/drawing/2014/main" id="{32C11DC7-0BC2-B5A8-AFDE-1467CB33F4AF}"/>
              </a:ext>
            </a:extLst>
          </p:cNvPr>
          <p:cNvSpPr>
            <a:spLocks/>
          </p:cNvSpPr>
          <p:nvPr/>
        </p:nvSpPr>
        <p:spPr>
          <a:xfrm>
            <a:off x="227378" y="1479682"/>
            <a:ext cx="3824330" cy="5105268"/>
          </a:xfrm>
          <a:prstGeom prst="roundRect">
            <a:avLst>
              <a:gd name="adj" fmla="val 5045"/>
            </a:avLst>
          </a:prstGeom>
          <a:solidFill>
            <a:srgbClr val="00B0F0"/>
          </a:solidFill>
          <a:ln w="12700" cap="sq" cmpd="sng" algn="ctr">
            <a:noFill/>
            <a:prstDash val="solid"/>
            <a:miter lim="800000"/>
          </a:ln>
          <a:effectLst>
            <a:outerShdw blurRad="63500" sx="102000" sy="102000" algn="ctr"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sv-SE" sz="1600" b="0" i="0" u="none" strike="noStrike" kern="0" cap="none" spc="0" normalizeH="0" baseline="0" noProof="0">
              <a:ln>
                <a:noFill/>
              </a:ln>
              <a:solidFill>
                <a:srgbClr val="FCECE7"/>
              </a:solidFill>
              <a:effectLst/>
              <a:uLnTx/>
              <a:uFillTx/>
              <a:latin typeface="Poppins"/>
              <a:ea typeface="+mn-ea"/>
              <a:cs typeface="+mn-cs"/>
            </a:endParaRPr>
          </a:p>
        </p:txBody>
      </p:sp>
      <p:pic>
        <p:nvPicPr>
          <p:cNvPr id="37" name="Google Shape;82;p15">
            <a:extLst>
              <a:ext uri="{FF2B5EF4-FFF2-40B4-BE49-F238E27FC236}">
                <a16:creationId xmlns:a16="http://schemas.microsoft.com/office/drawing/2014/main" id="{A72E07EB-54D7-506A-3705-F0AE3FF310AD}"/>
              </a:ext>
            </a:extLst>
          </p:cNvPr>
          <p:cNvPicPr preferRelativeResize="0"/>
          <p:nvPr/>
        </p:nvPicPr>
        <p:blipFill rotWithShape="1">
          <a:blip r:embed="rId3">
            <a:alphaModFix/>
          </a:blip>
          <a:srcRect/>
          <a:stretch/>
        </p:blipFill>
        <p:spPr>
          <a:xfrm>
            <a:off x="11269922" y="6311248"/>
            <a:ext cx="743116" cy="393161"/>
          </a:xfrm>
          <a:prstGeom prst="rect">
            <a:avLst/>
          </a:prstGeom>
          <a:noFill/>
          <a:ln>
            <a:noFill/>
          </a:ln>
        </p:spPr>
      </p:pic>
      <p:sp>
        <p:nvSpPr>
          <p:cNvPr id="2" name="Google Shape;81;p15">
            <a:extLst>
              <a:ext uri="{FF2B5EF4-FFF2-40B4-BE49-F238E27FC236}">
                <a16:creationId xmlns:a16="http://schemas.microsoft.com/office/drawing/2014/main" id="{2E54D238-3017-FBEE-16A2-1D749AFE9CFF}"/>
              </a:ext>
            </a:extLst>
          </p:cNvPr>
          <p:cNvSpPr txBox="1"/>
          <p:nvPr/>
        </p:nvSpPr>
        <p:spPr>
          <a:xfrm>
            <a:off x="706145" y="648767"/>
            <a:ext cx="5542255" cy="609963"/>
          </a:xfrm>
          <a:prstGeom prst="rect">
            <a:avLst/>
          </a:prstGeom>
          <a:noFill/>
          <a:ln w="9525" cap="flat" cmpd="sng">
            <a:noFill/>
            <a:prstDash val="solid"/>
            <a:round/>
            <a:headEnd type="none" w="sm" len="sm"/>
            <a:tailEnd type="none" w="sm" len="sm"/>
          </a:ln>
        </p:spPr>
        <p:txBody>
          <a:bodyPr spcFirstLastPara="1" wrap="square" lIns="74825" tIns="37425" rIns="74825" bIns="37425" anchor="t" anchorCtr="0">
            <a:noAutofit/>
          </a:bodyPr>
          <a:lstStyle/>
          <a:p>
            <a:pPr marL="0" marR="0" lvl="0" indent="0" algn="l" defTabSz="914378" rtl="0" eaLnBrk="1" fontAlgn="auto" latinLnBrk="0" hangingPunct="1">
              <a:lnSpc>
                <a:spcPct val="117000"/>
              </a:lnSpc>
              <a:spcBef>
                <a:spcPts val="0"/>
              </a:spcBef>
              <a:spcAft>
                <a:spcPts val="0"/>
              </a:spcAft>
              <a:buClrTx/>
              <a:buSzTx/>
              <a:buFontTx/>
              <a:buNone/>
              <a:tabLst/>
              <a:defRPr/>
            </a:pPr>
            <a:r>
              <a:rPr kumimoji="0" lang="sv-SE" sz="3600" b="0" i="0" u="none" strike="noStrike" kern="1200" cap="none" spc="0" normalizeH="0" baseline="0" noProof="0" dirty="0" err="1">
                <a:ln>
                  <a:noFill/>
                </a:ln>
                <a:solidFill>
                  <a:prstClr val="white"/>
                </a:solidFill>
                <a:effectLst/>
                <a:uLnTx/>
                <a:uFillTx/>
                <a:latin typeface="Poppins"/>
                <a:ea typeface="+mn-ea"/>
                <a:cs typeface="Poppins"/>
              </a:rPr>
              <a:t>Personas</a:t>
            </a:r>
            <a:endParaRPr kumimoji="0" lang="sv-SE"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 name="Google Shape;81;p15">
            <a:extLst>
              <a:ext uri="{FF2B5EF4-FFF2-40B4-BE49-F238E27FC236}">
                <a16:creationId xmlns:a16="http://schemas.microsoft.com/office/drawing/2014/main" id="{B0DE616A-2CAD-FD82-A1B7-B66099D35192}"/>
              </a:ext>
            </a:extLst>
          </p:cNvPr>
          <p:cNvSpPr txBox="1"/>
          <p:nvPr/>
        </p:nvSpPr>
        <p:spPr>
          <a:xfrm>
            <a:off x="706145" y="427815"/>
            <a:ext cx="3846805" cy="369707"/>
          </a:xfrm>
          <a:prstGeom prst="rect">
            <a:avLst/>
          </a:prstGeom>
          <a:noFill/>
          <a:ln w="9525" cap="flat" cmpd="sng">
            <a:noFill/>
            <a:prstDash val="solid"/>
            <a:round/>
            <a:headEnd type="none" w="sm" len="sm"/>
            <a:tailEnd type="none" w="sm" len="sm"/>
          </a:ln>
        </p:spPr>
        <p:txBody>
          <a:bodyPr spcFirstLastPara="1" wrap="square" lIns="74825" tIns="37425" rIns="74825" bIns="37425" anchor="t" anchorCtr="0">
            <a:noAutofit/>
          </a:bodyPr>
          <a:lstStyle/>
          <a:p>
            <a:pPr marL="0" marR="0" lvl="0" indent="0" algn="l" defTabSz="914378" rtl="0" eaLnBrk="1" fontAlgn="auto" latinLnBrk="0" hangingPunct="1">
              <a:lnSpc>
                <a:spcPct val="117000"/>
              </a:lnSpc>
              <a:spcBef>
                <a:spcPts val="0"/>
              </a:spcBef>
              <a:spcAft>
                <a:spcPts val="0"/>
              </a:spcAft>
              <a:buClrTx/>
              <a:buSzTx/>
              <a:buFontTx/>
              <a:buNone/>
              <a:tabLst/>
              <a:defRPr/>
            </a:pPr>
            <a:r>
              <a:rPr kumimoji="0" lang="sv-SE" sz="1600" b="0" i="1" u="none" strike="noStrike" kern="1200" cap="none" spc="0" normalizeH="0" baseline="0" noProof="0" dirty="0">
                <a:ln>
                  <a:noFill/>
                </a:ln>
                <a:solidFill>
                  <a:srgbClr val="00B0F0"/>
                </a:solidFill>
                <a:effectLst/>
                <a:uLnTx/>
                <a:uFillTx/>
                <a:latin typeface="Aptos" panose="02110004020202020204"/>
                <a:ea typeface="+mn-ea"/>
                <a:cs typeface="+mn-cs"/>
              </a:rPr>
              <a:t>AI </a:t>
            </a:r>
            <a:r>
              <a:rPr kumimoji="0" lang="sv-SE" sz="1600" b="0" i="1" u="none" strike="noStrike" kern="1200" cap="none" spc="0" normalizeH="0" baseline="0" noProof="0" dirty="0" err="1">
                <a:ln>
                  <a:noFill/>
                </a:ln>
                <a:solidFill>
                  <a:srgbClr val="00B0F0"/>
                </a:solidFill>
                <a:effectLst/>
                <a:uLnTx/>
                <a:uFillTx/>
                <a:latin typeface="Aptos" panose="02110004020202020204"/>
                <a:ea typeface="+mn-ea"/>
                <a:cs typeface="+mn-cs"/>
              </a:rPr>
              <a:t>Hackathon</a:t>
            </a:r>
            <a:endParaRPr kumimoji="0" lang="sv-SE" sz="1600" b="0" i="1" u="none" strike="noStrike" kern="1200" cap="none" spc="0" normalizeH="0" baseline="0" noProof="0" dirty="0">
              <a:ln>
                <a:noFill/>
              </a:ln>
              <a:solidFill>
                <a:srgbClr val="00B0F0"/>
              </a:solidFill>
              <a:effectLst/>
              <a:uLnTx/>
              <a:uFillTx/>
              <a:latin typeface="Aptos" panose="02110004020202020204"/>
              <a:ea typeface="+mn-ea"/>
              <a:cs typeface="+mn-cs"/>
            </a:endParaRPr>
          </a:p>
        </p:txBody>
      </p:sp>
      <p:pic>
        <p:nvPicPr>
          <p:cNvPr id="6" name="Bildobjekt 5" descr="En bild som visar tecknad serie, clipart, illustration, konst&#10;&#10;AI-genererat innehåll kan vara felaktigt.">
            <a:extLst>
              <a:ext uri="{FF2B5EF4-FFF2-40B4-BE49-F238E27FC236}">
                <a16:creationId xmlns:a16="http://schemas.microsoft.com/office/drawing/2014/main" id="{7ECFEFD5-4D69-83E0-5751-5366187C204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6458" y="1661860"/>
            <a:ext cx="1223370" cy="1218628"/>
          </a:xfrm>
          <a:prstGeom prst="rect">
            <a:avLst/>
          </a:prstGeom>
        </p:spPr>
      </p:pic>
      <p:sp>
        <p:nvSpPr>
          <p:cNvPr id="8" name="Rectangle: Rounded Corners 14">
            <a:extLst>
              <a:ext uri="{FF2B5EF4-FFF2-40B4-BE49-F238E27FC236}">
                <a16:creationId xmlns:a16="http://schemas.microsoft.com/office/drawing/2014/main" id="{20A10688-0568-2874-AA55-CF043310ABEB}"/>
              </a:ext>
            </a:extLst>
          </p:cNvPr>
          <p:cNvSpPr>
            <a:spLocks/>
          </p:cNvSpPr>
          <p:nvPr/>
        </p:nvSpPr>
        <p:spPr>
          <a:xfrm>
            <a:off x="4183835" y="1479682"/>
            <a:ext cx="3824330" cy="5105268"/>
          </a:xfrm>
          <a:prstGeom prst="roundRect">
            <a:avLst>
              <a:gd name="adj" fmla="val 5045"/>
            </a:avLst>
          </a:prstGeom>
          <a:solidFill>
            <a:srgbClr val="002F5F">
              <a:lumMod val="90000"/>
              <a:lumOff val="10000"/>
            </a:srgbClr>
          </a:solidFill>
          <a:ln w="12700" cap="sq" cmpd="sng" algn="ctr">
            <a:noFill/>
            <a:prstDash val="solid"/>
            <a:miter lim="800000"/>
          </a:ln>
          <a:effectLst>
            <a:outerShdw blurRad="63500" sx="102000" sy="102000" algn="ctr"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sv-SE" sz="1600" b="0" i="0" u="none" strike="noStrike" kern="0" cap="none" spc="0" normalizeH="0" baseline="0" noProof="0">
              <a:ln>
                <a:noFill/>
              </a:ln>
              <a:solidFill>
                <a:srgbClr val="FCECE7"/>
              </a:solidFill>
              <a:effectLst/>
              <a:uLnTx/>
              <a:uFillTx/>
              <a:latin typeface="Poppins"/>
              <a:ea typeface="+mn-ea"/>
              <a:cs typeface="+mn-cs"/>
            </a:endParaRPr>
          </a:p>
        </p:txBody>
      </p:sp>
      <p:sp>
        <p:nvSpPr>
          <p:cNvPr id="9" name="Rectangle: Rounded Corners 14">
            <a:extLst>
              <a:ext uri="{FF2B5EF4-FFF2-40B4-BE49-F238E27FC236}">
                <a16:creationId xmlns:a16="http://schemas.microsoft.com/office/drawing/2014/main" id="{842F30A4-F3EE-B9A9-9A64-9243895EBB9C}"/>
              </a:ext>
            </a:extLst>
          </p:cNvPr>
          <p:cNvSpPr>
            <a:spLocks/>
          </p:cNvSpPr>
          <p:nvPr/>
        </p:nvSpPr>
        <p:spPr>
          <a:xfrm>
            <a:off x="8140292" y="1479682"/>
            <a:ext cx="3824330" cy="5105268"/>
          </a:xfrm>
          <a:prstGeom prst="roundRect">
            <a:avLst>
              <a:gd name="adj" fmla="val 5045"/>
            </a:avLst>
          </a:prstGeom>
          <a:solidFill>
            <a:srgbClr val="002F5F">
              <a:lumMod val="90000"/>
              <a:lumOff val="10000"/>
            </a:srgbClr>
          </a:solidFill>
          <a:ln w="12700" cap="sq" cmpd="sng" algn="ctr">
            <a:noFill/>
            <a:prstDash val="solid"/>
            <a:miter lim="800000"/>
          </a:ln>
          <a:effectLst>
            <a:outerShdw blurRad="63500" sx="102000" sy="102000" algn="ctr"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sv-SE" sz="1600" b="0" i="0" u="none" strike="noStrike" kern="0" cap="none" spc="0" normalizeH="0" baseline="0" noProof="0">
              <a:ln>
                <a:noFill/>
              </a:ln>
              <a:solidFill>
                <a:srgbClr val="FCECE7"/>
              </a:solidFill>
              <a:effectLst/>
              <a:uLnTx/>
              <a:uFillTx/>
              <a:latin typeface="Poppins"/>
              <a:ea typeface="+mn-ea"/>
              <a:cs typeface="+mn-cs"/>
            </a:endParaRPr>
          </a:p>
        </p:txBody>
      </p:sp>
      <p:sp>
        <p:nvSpPr>
          <p:cNvPr id="10" name="textruta 1">
            <a:extLst>
              <a:ext uri="{FF2B5EF4-FFF2-40B4-BE49-F238E27FC236}">
                <a16:creationId xmlns:a16="http://schemas.microsoft.com/office/drawing/2014/main" id="{457F8987-9825-CBEA-B0E5-A1D03635CF82}"/>
              </a:ext>
            </a:extLst>
          </p:cNvPr>
          <p:cNvSpPr txBox="1"/>
          <p:nvPr/>
        </p:nvSpPr>
        <p:spPr>
          <a:xfrm>
            <a:off x="1777773" y="1675148"/>
            <a:ext cx="2205989" cy="1092607"/>
          </a:xfrm>
          <a:prstGeom prst="rect">
            <a:avLst/>
          </a:prstGeom>
          <a:noFill/>
        </p:spPr>
        <p:txBody>
          <a:bodyPr wrap="square" lIns="91440" tIns="45720" rIns="91440" bIns="45720" rtlCol="0" anchor="t">
            <a:spAutoFit/>
          </a:bodyPr>
          <a:lstStyle/>
          <a:p>
            <a:pPr>
              <a:defRPr/>
            </a:pPr>
            <a:r>
              <a:rPr lang="en-US" sz="1300" b="1" dirty="0">
                <a:latin typeface="Raleway" pitchFamily="2" charset="0"/>
              </a:rPr>
              <a:t>Johan Andersson</a:t>
            </a:r>
          </a:p>
          <a:p>
            <a:pPr>
              <a:defRPr/>
            </a:pPr>
            <a:r>
              <a:rPr lang="en-US" sz="1300" b="1" dirty="0">
                <a:latin typeface="Raleway" pitchFamily="2" charset="0"/>
              </a:rPr>
              <a:t>Age: 41</a:t>
            </a:r>
            <a:br>
              <a:rPr lang="en-US" sz="1300" b="1" dirty="0">
                <a:latin typeface="Raleway" pitchFamily="2" charset="0"/>
              </a:rPr>
            </a:br>
            <a:r>
              <a:rPr lang="en-US" sz="1300" b="1" dirty="0">
                <a:latin typeface="Raleway" pitchFamily="2" charset="0"/>
              </a:rPr>
              <a:t>Company: Warehouse AB</a:t>
            </a:r>
            <a:br>
              <a:rPr lang="en-US" sz="1300" b="1" dirty="0">
                <a:latin typeface="Raleway" pitchFamily="2" charset="0"/>
              </a:rPr>
            </a:br>
            <a:r>
              <a:rPr lang="en-US" sz="1300" b="1" dirty="0">
                <a:latin typeface="Raleway" pitchFamily="2" charset="0"/>
              </a:rPr>
              <a:t>Role: Operation Manager</a:t>
            </a:r>
            <a:endParaRPr lang="en-US" sz="1300" dirty="0">
              <a:latin typeface="Raleway" pitchFamily="2" charset="0"/>
            </a:endParaRPr>
          </a:p>
          <a:p>
            <a:pPr>
              <a:defRPr/>
            </a:pPr>
            <a:r>
              <a:rPr lang="en-US" sz="1300" dirty="0">
                <a:latin typeface="Raleway" pitchFamily="2" charset="0"/>
              </a:rPr>
              <a:t>(5 yrs in industry)</a:t>
            </a:r>
            <a:endParaRPr lang="en-US" sz="1300" dirty="0">
              <a:latin typeface="Raleway" pitchFamily="2" charset="0"/>
              <a:cs typeface="Poppins"/>
            </a:endParaRPr>
          </a:p>
        </p:txBody>
      </p:sp>
      <p:sp>
        <p:nvSpPr>
          <p:cNvPr id="11" name="Google Shape;81;p15">
            <a:extLst>
              <a:ext uri="{FF2B5EF4-FFF2-40B4-BE49-F238E27FC236}">
                <a16:creationId xmlns:a16="http://schemas.microsoft.com/office/drawing/2014/main" id="{3C1E5008-C031-32B9-7E29-BC805D267B74}"/>
              </a:ext>
            </a:extLst>
          </p:cNvPr>
          <p:cNvSpPr txBox="1"/>
          <p:nvPr/>
        </p:nvSpPr>
        <p:spPr>
          <a:xfrm>
            <a:off x="286186" y="3000727"/>
            <a:ext cx="3706713" cy="2063177"/>
          </a:xfrm>
          <a:prstGeom prst="rect">
            <a:avLst/>
          </a:prstGeom>
          <a:noFill/>
          <a:ln w="9525" cap="flat" cmpd="sng">
            <a:noFill/>
            <a:prstDash val="solid"/>
            <a:round/>
            <a:headEnd type="none" w="sm" len="sm"/>
            <a:tailEnd type="none" w="sm" len="sm"/>
          </a:ln>
        </p:spPr>
        <p:txBody>
          <a:bodyPr spcFirstLastPara="1" wrap="square" lIns="74825" tIns="37425" rIns="74825" bIns="37425" anchor="t" anchorCtr="0">
            <a:noAutofit/>
          </a:bodyPr>
          <a:lstStyle/>
          <a:p>
            <a:pPr lvl="0">
              <a:defRPr/>
            </a:pPr>
            <a:r>
              <a:rPr lang="en-US" sz="1100" b="1" dirty="0">
                <a:latin typeface="Raleway" pitchFamily="2" charset="0"/>
              </a:rPr>
              <a:t>Goals</a:t>
            </a:r>
          </a:p>
          <a:p>
            <a:pPr marL="171450" lvl="0" indent="-171450">
              <a:buFont typeface="Arial" panose="020B0604020202020204" pitchFamily="34" charset="0"/>
              <a:buChar char="•"/>
              <a:defRPr/>
            </a:pPr>
            <a:r>
              <a:rPr lang="en-US" sz="1100" dirty="0">
                <a:latin typeface="Raleway" pitchFamily="2" charset="0"/>
              </a:rPr>
              <a:t>Resolves acute staffing gaps quickly with minimal back-and-forth</a:t>
            </a:r>
          </a:p>
          <a:p>
            <a:pPr marL="171450" lvl="0" indent="-171450">
              <a:buFont typeface="Arial" panose="020B0604020202020204" pitchFamily="34" charset="0"/>
              <a:buChar char="•"/>
              <a:defRPr/>
            </a:pPr>
            <a:r>
              <a:rPr lang="en-US" sz="1100" dirty="0">
                <a:latin typeface="Raleway" pitchFamily="2" charset="0"/>
              </a:rPr>
              <a:t>Expresses staffing needs in plain language and gets immediate suggestions</a:t>
            </a:r>
          </a:p>
          <a:p>
            <a:pPr marL="171450" lvl="0" indent="-171450">
              <a:buFont typeface="Arial" panose="020B0604020202020204" pitchFamily="34" charset="0"/>
              <a:buChar char="•"/>
              <a:defRPr/>
            </a:pPr>
            <a:r>
              <a:rPr lang="en-US" sz="1100" dirty="0">
                <a:latin typeface="Raleway" pitchFamily="2" charset="0"/>
              </a:rPr>
              <a:t>Feels confident that suggested consultants can do the job</a:t>
            </a:r>
          </a:p>
          <a:p>
            <a:pPr marL="171450" lvl="0" indent="-171450">
              <a:buFont typeface="Arial" panose="020B0604020202020204" pitchFamily="34" charset="0"/>
              <a:buChar char="•"/>
              <a:defRPr/>
            </a:pPr>
            <a:endParaRPr lang="en-US" sz="1100" b="1" dirty="0">
              <a:latin typeface="Raleway" pitchFamily="2" charset="0"/>
            </a:endParaRPr>
          </a:p>
          <a:p>
            <a:pPr lvl="0">
              <a:defRPr/>
            </a:pPr>
            <a:r>
              <a:rPr lang="en-US" sz="1100" b="1" dirty="0">
                <a:latin typeface="Raleway" pitchFamily="2" charset="0"/>
              </a:rPr>
              <a:t>Frustrations</a:t>
            </a:r>
          </a:p>
          <a:p>
            <a:pPr marL="171450" lvl="0" indent="-171450">
              <a:buFont typeface="Arial" panose="020B0604020202020204" pitchFamily="34" charset="0"/>
              <a:buChar char="•"/>
              <a:defRPr/>
            </a:pPr>
            <a:r>
              <a:rPr lang="en-US" sz="1100" dirty="0">
                <a:latin typeface="Raleway" pitchFamily="2" charset="0"/>
              </a:rPr>
              <a:t>Stress when shifts are at risk of being understaffed</a:t>
            </a:r>
          </a:p>
          <a:p>
            <a:pPr marL="171450" lvl="0" indent="-171450">
              <a:buFont typeface="Arial" panose="020B0604020202020204" pitchFamily="34" charset="0"/>
              <a:buChar char="•"/>
              <a:defRPr/>
            </a:pPr>
            <a:r>
              <a:rPr lang="en-US" sz="1100" dirty="0">
                <a:latin typeface="Raleway" pitchFamily="2" charset="0"/>
              </a:rPr>
              <a:t>Waiting for responses from the staffing provider</a:t>
            </a:r>
          </a:p>
          <a:p>
            <a:pPr marL="171450" lvl="0" indent="-171450">
              <a:buFont typeface="Arial" panose="020B0604020202020204" pitchFamily="34" charset="0"/>
              <a:buChar char="•"/>
              <a:defRPr/>
            </a:pPr>
            <a:r>
              <a:rPr lang="en-US" sz="1100" dirty="0">
                <a:latin typeface="Raleway" pitchFamily="2" charset="0"/>
              </a:rPr>
              <a:t>Uncertainty around consultant quality and customer familiarity</a:t>
            </a:r>
          </a:p>
          <a:p>
            <a:pPr marL="171450" lvl="0" indent="-171450">
              <a:buFont typeface="Arial" panose="020B0604020202020204" pitchFamily="34" charset="0"/>
              <a:buChar char="•"/>
              <a:defRPr/>
            </a:pPr>
            <a:endParaRPr lang="en-US" sz="1100" b="1" dirty="0">
              <a:latin typeface="Raleway" pitchFamily="2" charset="0"/>
            </a:endParaRPr>
          </a:p>
          <a:p>
            <a:pPr lvl="0">
              <a:defRPr/>
            </a:pPr>
            <a:r>
              <a:rPr lang="en-US" sz="1100" b="1" dirty="0">
                <a:latin typeface="Raleway" pitchFamily="2" charset="0"/>
              </a:rPr>
              <a:t>Desired features</a:t>
            </a:r>
          </a:p>
          <a:p>
            <a:pPr marL="171450" lvl="0" indent="-171450">
              <a:buFont typeface="Arial" panose="020B0604020202020204" pitchFamily="34" charset="0"/>
              <a:buChar char="•"/>
              <a:defRPr/>
            </a:pPr>
            <a:r>
              <a:rPr lang="en-US" sz="1100" dirty="0">
                <a:latin typeface="Raleway" pitchFamily="2" charset="0"/>
              </a:rPr>
              <a:t>Chat-based interface for fast, natural requests</a:t>
            </a:r>
          </a:p>
          <a:p>
            <a:pPr marL="171450" lvl="0" indent="-171450">
              <a:buFont typeface="Arial" panose="020B0604020202020204" pitchFamily="34" charset="0"/>
              <a:buChar char="•"/>
              <a:defRPr/>
            </a:pPr>
            <a:r>
              <a:rPr lang="en-US" sz="1100" dirty="0">
                <a:latin typeface="Raleway" pitchFamily="2" charset="0"/>
              </a:rPr>
              <a:t>Clear, concrete suggestions of available consultants</a:t>
            </a:r>
          </a:p>
          <a:p>
            <a:pPr marL="171450" lvl="0" indent="-171450">
              <a:buFont typeface="Arial" panose="020B0604020202020204" pitchFamily="34" charset="0"/>
              <a:buChar char="•"/>
              <a:defRPr/>
            </a:pPr>
            <a:r>
              <a:rPr lang="en-US" sz="1100" dirty="0">
                <a:latin typeface="Raleway" pitchFamily="2" charset="0"/>
              </a:rPr>
              <a:t>Transparent explanation of risks (e.g. missing competence or customer experience)</a:t>
            </a:r>
            <a:endParaRPr kumimoji="0" lang="sv-SE" sz="1050" i="0" u="none" strike="noStrike" kern="1200" cap="none" spc="0" normalizeH="0" baseline="0" noProof="0" dirty="0">
              <a:ln>
                <a:noFill/>
              </a:ln>
              <a:effectLst/>
              <a:uLnTx/>
              <a:uFillTx/>
              <a:latin typeface="Raleway" pitchFamily="2" charset="0"/>
            </a:endParaRPr>
          </a:p>
        </p:txBody>
      </p:sp>
      <p:sp>
        <p:nvSpPr>
          <p:cNvPr id="16" name="textruta 1">
            <a:extLst>
              <a:ext uri="{FF2B5EF4-FFF2-40B4-BE49-F238E27FC236}">
                <a16:creationId xmlns:a16="http://schemas.microsoft.com/office/drawing/2014/main" id="{458433A0-F77D-881C-8409-8FFCA937B4F7}"/>
              </a:ext>
            </a:extLst>
          </p:cNvPr>
          <p:cNvSpPr txBox="1"/>
          <p:nvPr/>
        </p:nvSpPr>
        <p:spPr>
          <a:xfrm>
            <a:off x="5734230" y="1675148"/>
            <a:ext cx="2331668" cy="1092607"/>
          </a:xfrm>
          <a:prstGeom prst="rect">
            <a:avLst/>
          </a:prstGeom>
          <a:noFill/>
        </p:spPr>
        <p:txBody>
          <a:bodyPr wrap="square" lIns="91440" tIns="45720" rIns="91440" bIns="45720" rtlCol="0" anchor="t">
            <a:spAutoFit/>
          </a:bodyPr>
          <a:lstStyle/>
          <a:p>
            <a:pPr>
              <a:defRPr/>
            </a:pPr>
            <a:r>
              <a:rPr lang="en-US" sz="1300" b="1" dirty="0">
                <a:solidFill>
                  <a:schemeClr val="bg1"/>
                </a:solidFill>
                <a:latin typeface="Raleway" pitchFamily="2" charset="0"/>
              </a:rPr>
              <a:t>Sara Lindqvist</a:t>
            </a:r>
          </a:p>
          <a:p>
            <a:pPr>
              <a:defRPr/>
            </a:pPr>
            <a:r>
              <a:rPr lang="en-US" sz="1300" b="1" dirty="0">
                <a:solidFill>
                  <a:schemeClr val="bg1"/>
                </a:solidFill>
                <a:latin typeface="Raleway" pitchFamily="2" charset="0"/>
              </a:rPr>
              <a:t>Age: 38</a:t>
            </a:r>
            <a:br>
              <a:rPr lang="en-US" sz="1300" b="1" dirty="0">
                <a:solidFill>
                  <a:schemeClr val="bg1"/>
                </a:solidFill>
                <a:latin typeface="Raleway" pitchFamily="2" charset="0"/>
              </a:rPr>
            </a:br>
            <a:r>
              <a:rPr lang="en-US" sz="1300" b="1" dirty="0">
                <a:solidFill>
                  <a:schemeClr val="bg1"/>
                </a:solidFill>
                <a:latin typeface="Raleway" pitchFamily="2" charset="0"/>
              </a:rPr>
              <a:t>Company: Staffing Agency</a:t>
            </a:r>
            <a:br>
              <a:rPr lang="en-US" sz="1300" b="1" dirty="0">
                <a:solidFill>
                  <a:schemeClr val="bg1"/>
                </a:solidFill>
                <a:latin typeface="Raleway" pitchFamily="2" charset="0"/>
              </a:rPr>
            </a:br>
            <a:r>
              <a:rPr lang="en-US" sz="1300" b="1" dirty="0">
                <a:solidFill>
                  <a:schemeClr val="bg1"/>
                </a:solidFill>
                <a:latin typeface="Raleway" pitchFamily="2" charset="0"/>
              </a:rPr>
              <a:t>Role: Delivery Manager</a:t>
            </a:r>
            <a:endParaRPr lang="en-US" sz="1300" dirty="0">
              <a:solidFill>
                <a:schemeClr val="bg1"/>
              </a:solidFill>
              <a:latin typeface="Raleway" pitchFamily="2" charset="0"/>
            </a:endParaRPr>
          </a:p>
          <a:p>
            <a:pPr>
              <a:defRPr/>
            </a:pPr>
            <a:r>
              <a:rPr lang="en-US" sz="1300" dirty="0">
                <a:solidFill>
                  <a:schemeClr val="bg1"/>
                </a:solidFill>
                <a:latin typeface="Raleway" pitchFamily="2" charset="0"/>
              </a:rPr>
              <a:t>(12 yrs in industry)</a:t>
            </a:r>
            <a:endParaRPr lang="en-US" sz="1300" dirty="0">
              <a:solidFill>
                <a:schemeClr val="bg1"/>
              </a:solidFill>
              <a:latin typeface="Raleway" pitchFamily="2" charset="0"/>
              <a:cs typeface="Poppins"/>
            </a:endParaRPr>
          </a:p>
        </p:txBody>
      </p:sp>
      <p:sp>
        <p:nvSpPr>
          <p:cNvPr id="17" name="Google Shape;81;p15">
            <a:extLst>
              <a:ext uri="{FF2B5EF4-FFF2-40B4-BE49-F238E27FC236}">
                <a16:creationId xmlns:a16="http://schemas.microsoft.com/office/drawing/2014/main" id="{71D17E8B-DC3A-D770-20EB-F5E66BA634E8}"/>
              </a:ext>
            </a:extLst>
          </p:cNvPr>
          <p:cNvSpPr txBox="1"/>
          <p:nvPr/>
        </p:nvSpPr>
        <p:spPr>
          <a:xfrm>
            <a:off x="4242643" y="3000727"/>
            <a:ext cx="3706713" cy="3310521"/>
          </a:xfrm>
          <a:prstGeom prst="rect">
            <a:avLst/>
          </a:prstGeom>
          <a:noFill/>
          <a:ln w="9525" cap="flat" cmpd="sng">
            <a:noFill/>
            <a:prstDash val="solid"/>
            <a:round/>
            <a:headEnd type="none" w="sm" len="sm"/>
            <a:tailEnd type="none" w="sm" len="sm"/>
          </a:ln>
        </p:spPr>
        <p:txBody>
          <a:bodyPr spcFirstLastPara="1" wrap="square" lIns="74825" tIns="37425" rIns="74825" bIns="37425" anchor="t" anchorCtr="0">
            <a:noAutofit/>
          </a:bodyPr>
          <a:lstStyle/>
          <a:p>
            <a:pPr lvl="0">
              <a:defRPr/>
            </a:pPr>
            <a:r>
              <a:rPr lang="en-US" sz="1100" b="1" dirty="0">
                <a:solidFill>
                  <a:prstClr val="white"/>
                </a:solidFill>
                <a:latin typeface="Raleway" pitchFamily="2" charset="0"/>
              </a:rPr>
              <a:t>Goals</a:t>
            </a:r>
          </a:p>
          <a:p>
            <a:pPr marL="171450" lvl="0" indent="-171450">
              <a:buFont typeface="Arial" panose="020B0604020202020204" pitchFamily="34" charset="0"/>
              <a:buChar char="•"/>
              <a:defRPr/>
            </a:pPr>
            <a:r>
              <a:rPr lang="en-US" sz="1100" dirty="0">
                <a:solidFill>
                  <a:prstClr val="white"/>
                </a:solidFill>
                <a:latin typeface="Raleway" pitchFamily="2" charset="0"/>
              </a:rPr>
              <a:t>Make fast, high-quality staffing decisions with confidence</a:t>
            </a:r>
          </a:p>
          <a:p>
            <a:pPr marL="171450" lvl="0" indent="-171450">
              <a:buFont typeface="Arial" panose="020B0604020202020204" pitchFamily="34" charset="0"/>
              <a:buChar char="•"/>
              <a:defRPr/>
            </a:pPr>
            <a:r>
              <a:rPr lang="en-US" sz="1100" dirty="0">
                <a:solidFill>
                  <a:prstClr val="white"/>
                </a:solidFill>
                <a:latin typeface="Raleway" pitchFamily="2" charset="0"/>
              </a:rPr>
              <a:t>Retains full control over which consultant is booked</a:t>
            </a:r>
          </a:p>
          <a:p>
            <a:pPr marL="171450" lvl="0" indent="-171450">
              <a:buFont typeface="Arial" panose="020B0604020202020204" pitchFamily="34" charset="0"/>
              <a:buChar char="•"/>
              <a:defRPr/>
            </a:pPr>
            <a:r>
              <a:rPr lang="en-US" sz="1100" dirty="0">
                <a:solidFill>
                  <a:prstClr val="white"/>
                </a:solidFill>
                <a:latin typeface="Raleway" pitchFamily="2" charset="0"/>
              </a:rPr>
              <a:t>Reduces manual coordination and repetitive decision-making</a:t>
            </a:r>
            <a:br>
              <a:rPr lang="en-US" sz="1100" dirty="0">
                <a:solidFill>
                  <a:prstClr val="white"/>
                </a:solidFill>
                <a:latin typeface="Raleway" pitchFamily="2" charset="0"/>
              </a:rPr>
            </a:br>
            <a:endParaRPr lang="en-US" sz="1100" b="1" dirty="0">
              <a:solidFill>
                <a:prstClr val="white"/>
              </a:solidFill>
              <a:latin typeface="Raleway" pitchFamily="2" charset="0"/>
            </a:endParaRPr>
          </a:p>
          <a:p>
            <a:pPr lvl="0">
              <a:defRPr/>
            </a:pPr>
            <a:r>
              <a:rPr lang="en-US" sz="1100" b="1" dirty="0">
                <a:solidFill>
                  <a:prstClr val="white"/>
                </a:solidFill>
                <a:latin typeface="Raleway" pitchFamily="2" charset="0"/>
              </a:rPr>
              <a:t>Frustrations</a:t>
            </a:r>
          </a:p>
          <a:p>
            <a:pPr marL="171450" lvl="0" indent="-171450">
              <a:buFont typeface="Arial" panose="020B0604020202020204" pitchFamily="34" charset="0"/>
              <a:buChar char="•"/>
              <a:defRPr/>
            </a:pPr>
            <a:r>
              <a:rPr lang="en-US" sz="1100" dirty="0">
                <a:solidFill>
                  <a:prstClr val="white"/>
                </a:solidFill>
                <a:latin typeface="Raleway" pitchFamily="2" charset="0"/>
              </a:rPr>
              <a:t>Becoming a bottleneck for simple staffing changes</a:t>
            </a:r>
          </a:p>
          <a:p>
            <a:pPr marL="171450" lvl="0" indent="-171450">
              <a:buFont typeface="Arial" panose="020B0604020202020204" pitchFamily="34" charset="0"/>
              <a:buChar char="•"/>
              <a:defRPr/>
            </a:pPr>
            <a:r>
              <a:rPr lang="en-US" sz="1100" dirty="0">
                <a:solidFill>
                  <a:prstClr val="white"/>
                </a:solidFill>
                <a:latin typeface="Raleway" pitchFamily="2" charset="0"/>
              </a:rPr>
              <a:t>Having to manually assess competence, availability, and customer fit</a:t>
            </a:r>
          </a:p>
          <a:p>
            <a:pPr marL="171450" lvl="0" indent="-171450">
              <a:buFont typeface="Arial" panose="020B0604020202020204" pitchFamily="34" charset="0"/>
              <a:buChar char="•"/>
              <a:defRPr/>
            </a:pPr>
            <a:r>
              <a:rPr lang="en-US" sz="1100" dirty="0">
                <a:solidFill>
                  <a:prstClr val="white"/>
                </a:solidFill>
                <a:latin typeface="Raleway" pitchFamily="2" charset="0"/>
              </a:rPr>
              <a:t>Lack of transparency in why certain consultants are suggested</a:t>
            </a:r>
            <a:br>
              <a:rPr lang="en-US" sz="1100" dirty="0">
                <a:solidFill>
                  <a:prstClr val="white"/>
                </a:solidFill>
                <a:latin typeface="Raleway" pitchFamily="2" charset="0"/>
              </a:rPr>
            </a:br>
            <a:endParaRPr lang="en-US" sz="1100" b="1" dirty="0">
              <a:solidFill>
                <a:prstClr val="white"/>
              </a:solidFill>
              <a:latin typeface="Raleway" pitchFamily="2" charset="0"/>
            </a:endParaRPr>
          </a:p>
          <a:p>
            <a:pPr lvl="0">
              <a:defRPr/>
            </a:pPr>
            <a:r>
              <a:rPr lang="en-US" sz="1100" b="1" dirty="0">
                <a:solidFill>
                  <a:prstClr val="white"/>
                </a:solidFill>
                <a:latin typeface="Raleway" pitchFamily="2" charset="0"/>
              </a:rPr>
              <a:t>Desired features</a:t>
            </a:r>
          </a:p>
          <a:p>
            <a:pPr marL="171450" lvl="0" indent="-171450">
              <a:buFont typeface="Arial" panose="020B0604020202020204" pitchFamily="34" charset="0"/>
              <a:buChar char="•"/>
              <a:defRPr/>
            </a:pPr>
            <a:r>
              <a:rPr lang="en-US" sz="1100" dirty="0">
                <a:solidFill>
                  <a:prstClr val="white"/>
                </a:solidFill>
                <a:latin typeface="Raleway" pitchFamily="2" charset="0"/>
              </a:rPr>
              <a:t>Pre-analyzed staffing suggestions with clear reasoning</a:t>
            </a:r>
          </a:p>
          <a:p>
            <a:pPr marL="171450" lvl="0" indent="-171450">
              <a:buFont typeface="Arial" panose="020B0604020202020204" pitchFamily="34" charset="0"/>
              <a:buChar char="•"/>
              <a:defRPr/>
            </a:pPr>
            <a:r>
              <a:rPr lang="en-US" sz="1100" dirty="0">
                <a:solidFill>
                  <a:prstClr val="white"/>
                </a:solidFill>
                <a:latin typeface="Raleway" pitchFamily="2" charset="0"/>
              </a:rPr>
              <a:t>Explicit quality and risk indicators</a:t>
            </a:r>
          </a:p>
          <a:p>
            <a:pPr marL="171450" lvl="0" indent="-171450">
              <a:buFont typeface="Arial" panose="020B0604020202020204" pitchFamily="34" charset="0"/>
              <a:buChar char="•"/>
              <a:defRPr/>
            </a:pPr>
            <a:r>
              <a:rPr lang="en-US" sz="1100" dirty="0">
                <a:solidFill>
                  <a:prstClr val="white"/>
                </a:solidFill>
                <a:latin typeface="Raleway" pitchFamily="2" charset="0"/>
              </a:rPr>
              <a:t>Simple approve / adjust / reject flows with full auditability</a:t>
            </a:r>
            <a:endParaRPr kumimoji="0" lang="sv-SE" sz="1050" i="0" u="none" strike="noStrike" kern="1200" cap="none" spc="0" normalizeH="0" baseline="0" noProof="0" dirty="0">
              <a:ln>
                <a:noFill/>
              </a:ln>
              <a:solidFill>
                <a:prstClr val="white"/>
              </a:solidFill>
              <a:effectLst/>
              <a:uLnTx/>
              <a:uFillTx/>
              <a:latin typeface="Raleway" pitchFamily="2" charset="0"/>
            </a:endParaRPr>
          </a:p>
        </p:txBody>
      </p:sp>
      <p:pic>
        <p:nvPicPr>
          <p:cNvPr id="18" name="Bildobjekt 17" descr="En bild som visar tecknad serie, clipart, leende, illustration&#10;&#10;AI-genererat innehåll kan vara felaktigt.">
            <a:extLst>
              <a:ext uri="{FF2B5EF4-FFF2-40B4-BE49-F238E27FC236}">
                <a16:creationId xmlns:a16="http://schemas.microsoft.com/office/drawing/2014/main" id="{6859B463-9503-142C-E2CF-5FD71A53B3A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97261" y="1671088"/>
            <a:ext cx="1204842" cy="1200172"/>
          </a:xfrm>
          <a:prstGeom prst="rect">
            <a:avLst/>
          </a:prstGeom>
        </p:spPr>
      </p:pic>
      <p:sp>
        <p:nvSpPr>
          <p:cNvPr id="19" name="Google Shape;81;p15">
            <a:extLst>
              <a:ext uri="{FF2B5EF4-FFF2-40B4-BE49-F238E27FC236}">
                <a16:creationId xmlns:a16="http://schemas.microsoft.com/office/drawing/2014/main" id="{7E85ABC9-DE96-CDF8-1DAC-9208528CDFE4}"/>
              </a:ext>
            </a:extLst>
          </p:cNvPr>
          <p:cNvSpPr txBox="1"/>
          <p:nvPr/>
        </p:nvSpPr>
        <p:spPr>
          <a:xfrm>
            <a:off x="8257909" y="3000726"/>
            <a:ext cx="3706713" cy="3310521"/>
          </a:xfrm>
          <a:prstGeom prst="rect">
            <a:avLst/>
          </a:prstGeom>
          <a:noFill/>
          <a:ln w="9525" cap="flat" cmpd="sng">
            <a:noFill/>
            <a:prstDash val="solid"/>
            <a:round/>
            <a:headEnd type="none" w="sm" len="sm"/>
            <a:tailEnd type="none" w="sm" len="sm"/>
          </a:ln>
        </p:spPr>
        <p:txBody>
          <a:bodyPr spcFirstLastPara="1" wrap="square" lIns="74825" tIns="37425" rIns="74825" bIns="37425" anchor="t" anchorCtr="0">
            <a:noAutofit/>
          </a:bodyPr>
          <a:lstStyle/>
          <a:p>
            <a:pPr lvl="0">
              <a:defRPr/>
            </a:pPr>
            <a:r>
              <a:rPr lang="en-US" sz="1100" b="1" dirty="0">
                <a:solidFill>
                  <a:prstClr val="white"/>
                </a:solidFill>
                <a:latin typeface="Raleway" pitchFamily="2" charset="0"/>
              </a:rPr>
              <a:t>Goals</a:t>
            </a:r>
          </a:p>
          <a:p>
            <a:pPr marL="171450" lvl="0" indent="-171450">
              <a:buFont typeface="Arial" panose="020B0604020202020204" pitchFamily="34" charset="0"/>
              <a:buChar char="•"/>
              <a:defRPr/>
            </a:pPr>
            <a:r>
              <a:rPr lang="en-US" sz="1100" dirty="0">
                <a:solidFill>
                  <a:prstClr val="white"/>
                </a:solidFill>
                <a:latin typeface="Raleway" pitchFamily="2" charset="0"/>
              </a:rPr>
              <a:t>Receive relevant shift offers that match his skills and experience</a:t>
            </a:r>
          </a:p>
          <a:p>
            <a:pPr marL="171450" lvl="0" indent="-171450">
              <a:buFont typeface="Arial" panose="020B0604020202020204" pitchFamily="34" charset="0"/>
              <a:buChar char="•"/>
              <a:defRPr/>
            </a:pPr>
            <a:r>
              <a:rPr lang="en-US" sz="1100" dirty="0">
                <a:solidFill>
                  <a:prstClr val="white"/>
                </a:solidFill>
                <a:latin typeface="Raleway" pitchFamily="2" charset="0"/>
              </a:rPr>
              <a:t>Get clear, timely information about when and where to work</a:t>
            </a:r>
          </a:p>
          <a:p>
            <a:pPr marL="171450" lvl="0" indent="-171450">
              <a:buFont typeface="Arial" panose="020B0604020202020204" pitchFamily="34" charset="0"/>
              <a:buChar char="•"/>
              <a:defRPr/>
            </a:pPr>
            <a:r>
              <a:rPr lang="en-US" sz="1100" dirty="0">
                <a:solidFill>
                  <a:prstClr val="white"/>
                </a:solidFill>
                <a:latin typeface="Raleway" pitchFamily="2" charset="0"/>
              </a:rPr>
              <a:t>Feels fairly treated and confident in the booking process</a:t>
            </a:r>
            <a:br>
              <a:rPr lang="en-US" sz="1100" dirty="0">
                <a:solidFill>
                  <a:prstClr val="white"/>
                </a:solidFill>
                <a:latin typeface="Raleway" pitchFamily="2" charset="0"/>
              </a:rPr>
            </a:br>
            <a:endParaRPr lang="en-US" sz="1100" b="1" dirty="0">
              <a:solidFill>
                <a:prstClr val="white"/>
              </a:solidFill>
              <a:latin typeface="Raleway" pitchFamily="2" charset="0"/>
            </a:endParaRPr>
          </a:p>
          <a:p>
            <a:pPr lvl="0">
              <a:defRPr/>
            </a:pPr>
            <a:r>
              <a:rPr lang="en-US" sz="1100" b="1" dirty="0">
                <a:solidFill>
                  <a:prstClr val="white"/>
                </a:solidFill>
                <a:latin typeface="Raleway" pitchFamily="2" charset="0"/>
              </a:rPr>
              <a:t>Frustrations</a:t>
            </a:r>
          </a:p>
          <a:p>
            <a:pPr marL="171450" lvl="0" indent="-171450">
              <a:buFont typeface="Arial" panose="020B0604020202020204" pitchFamily="34" charset="0"/>
              <a:buChar char="•"/>
              <a:defRPr/>
            </a:pPr>
            <a:r>
              <a:rPr lang="en-US" sz="1100" dirty="0">
                <a:solidFill>
                  <a:prstClr val="white"/>
                </a:solidFill>
                <a:latin typeface="Raleway" pitchFamily="2" charset="0"/>
              </a:rPr>
              <a:t>Receiving shift requests she is not qualified for</a:t>
            </a:r>
          </a:p>
          <a:p>
            <a:pPr marL="171450" lvl="0" indent="-171450">
              <a:buFont typeface="Arial" panose="020B0604020202020204" pitchFamily="34" charset="0"/>
              <a:buChar char="•"/>
              <a:defRPr/>
            </a:pPr>
            <a:r>
              <a:rPr lang="en-US" sz="1100" dirty="0">
                <a:solidFill>
                  <a:prstClr val="white"/>
                </a:solidFill>
                <a:latin typeface="Raleway" pitchFamily="2" charset="0"/>
              </a:rPr>
              <a:t>Short notice without enough context</a:t>
            </a:r>
          </a:p>
          <a:p>
            <a:pPr marL="171450" lvl="0" indent="-171450">
              <a:buFont typeface="Arial" panose="020B0604020202020204" pitchFamily="34" charset="0"/>
              <a:buChar char="•"/>
              <a:defRPr/>
            </a:pPr>
            <a:r>
              <a:rPr lang="en-US" sz="1100" dirty="0">
                <a:solidFill>
                  <a:prstClr val="white"/>
                </a:solidFill>
                <a:latin typeface="Raleway" pitchFamily="2" charset="0"/>
              </a:rPr>
              <a:t>Uncertainty about whether responding quickly actually matters</a:t>
            </a:r>
            <a:br>
              <a:rPr lang="en-US" sz="1100" dirty="0">
                <a:solidFill>
                  <a:prstClr val="white"/>
                </a:solidFill>
                <a:latin typeface="Raleway" pitchFamily="2" charset="0"/>
              </a:rPr>
            </a:br>
            <a:endParaRPr lang="en-US" sz="1100" b="1" dirty="0">
              <a:solidFill>
                <a:prstClr val="white"/>
              </a:solidFill>
              <a:latin typeface="Raleway" pitchFamily="2" charset="0"/>
            </a:endParaRPr>
          </a:p>
          <a:p>
            <a:pPr lvl="0">
              <a:defRPr/>
            </a:pPr>
            <a:r>
              <a:rPr lang="en-US" sz="1100" b="1" dirty="0">
                <a:solidFill>
                  <a:prstClr val="white"/>
                </a:solidFill>
                <a:latin typeface="Raleway" pitchFamily="2" charset="0"/>
              </a:rPr>
              <a:t>Desired features</a:t>
            </a:r>
          </a:p>
          <a:p>
            <a:pPr marL="171450" lvl="0" indent="-171450">
              <a:buFont typeface="Arial" panose="020B0604020202020204" pitchFamily="34" charset="0"/>
              <a:buChar char="•"/>
              <a:defRPr/>
            </a:pPr>
            <a:r>
              <a:rPr lang="en-US" sz="1100" dirty="0">
                <a:solidFill>
                  <a:prstClr val="white"/>
                </a:solidFill>
                <a:latin typeface="Raleway" pitchFamily="2" charset="0"/>
              </a:rPr>
              <a:t>Clear, concise shift requests with role, time and location</a:t>
            </a:r>
          </a:p>
          <a:p>
            <a:pPr marL="171450" lvl="0" indent="-171450">
              <a:buFont typeface="Arial" panose="020B0604020202020204" pitchFamily="34" charset="0"/>
              <a:buChar char="•"/>
              <a:defRPr/>
            </a:pPr>
            <a:r>
              <a:rPr lang="en-US" sz="1100" dirty="0">
                <a:solidFill>
                  <a:prstClr val="white"/>
                </a:solidFill>
                <a:latin typeface="Raleway" pitchFamily="2" charset="0"/>
              </a:rPr>
              <a:t>Fast confirmation once a booking decision is made</a:t>
            </a:r>
          </a:p>
          <a:p>
            <a:pPr marL="171450" lvl="0" indent="-171450">
              <a:buFont typeface="Arial" panose="020B0604020202020204" pitchFamily="34" charset="0"/>
              <a:buChar char="•"/>
              <a:defRPr/>
            </a:pPr>
            <a:r>
              <a:rPr kumimoji="0" lang="en-US" sz="1100" i="0" u="none" strike="noStrike" kern="1200" cap="none" spc="0" normalizeH="0" baseline="0" noProof="0" dirty="0">
                <a:ln>
                  <a:noFill/>
                </a:ln>
                <a:solidFill>
                  <a:prstClr val="white"/>
                </a:solidFill>
                <a:effectLst/>
                <a:uLnTx/>
                <a:uFillTx/>
                <a:latin typeface="Raleway" pitchFamily="2" charset="0"/>
              </a:rPr>
              <a:t>Reminders when and where</a:t>
            </a:r>
            <a:r>
              <a:rPr kumimoji="0" lang="en-US" sz="1100" i="0" u="none" strike="noStrike" kern="1200" cap="none" spc="0" normalizeH="0" noProof="0" dirty="0">
                <a:ln>
                  <a:noFill/>
                </a:ln>
                <a:solidFill>
                  <a:prstClr val="white"/>
                </a:solidFill>
                <a:effectLst/>
                <a:uLnTx/>
                <a:uFillTx/>
                <a:latin typeface="Raleway" pitchFamily="2" charset="0"/>
              </a:rPr>
              <a:t> to work</a:t>
            </a:r>
            <a:endParaRPr kumimoji="0" lang="sv-SE" sz="1050" i="0" u="none" strike="noStrike" kern="1200" cap="none" spc="0" normalizeH="0" baseline="0" noProof="0" dirty="0">
              <a:ln>
                <a:noFill/>
              </a:ln>
              <a:solidFill>
                <a:prstClr val="white"/>
              </a:solidFill>
              <a:effectLst/>
              <a:uLnTx/>
              <a:uFillTx/>
              <a:latin typeface="Raleway" pitchFamily="2" charset="0"/>
            </a:endParaRPr>
          </a:p>
        </p:txBody>
      </p:sp>
      <p:pic>
        <p:nvPicPr>
          <p:cNvPr id="20" name="Bildobjekt 19" descr="En bild som visar clipart, illustration, Tecknade serier, rita&#10;&#10;AI-genererat innehåll kan vara felaktigt.">
            <a:extLst>
              <a:ext uri="{FF2B5EF4-FFF2-40B4-BE49-F238E27FC236}">
                <a16:creationId xmlns:a16="http://schemas.microsoft.com/office/drawing/2014/main" id="{04DB63FC-33D9-7A81-779D-A04212921B8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86475" y="1664190"/>
            <a:ext cx="1223370" cy="1216298"/>
          </a:xfrm>
          <a:prstGeom prst="rect">
            <a:avLst/>
          </a:prstGeom>
        </p:spPr>
      </p:pic>
      <p:sp>
        <p:nvSpPr>
          <p:cNvPr id="21" name="textruta 1">
            <a:extLst>
              <a:ext uri="{FF2B5EF4-FFF2-40B4-BE49-F238E27FC236}">
                <a16:creationId xmlns:a16="http://schemas.microsoft.com/office/drawing/2014/main" id="{D3736E84-1766-B675-AC54-1F676DE65603}"/>
              </a:ext>
            </a:extLst>
          </p:cNvPr>
          <p:cNvSpPr txBox="1"/>
          <p:nvPr/>
        </p:nvSpPr>
        <p:spPr>
          <a:xfrm>
            <a:off x="9684239" y="1675148"/>
            <a:ext cx="2205989" cy="892552"/>
          </a:xfrm>
          <a:prstGeom prst="rect">
            <a:avLst/>
          </a:prstGeom>
          <a:noFill/>
        </p:spPr>
        <p:txBody>
          <a:bodyPr wrap="square" lIns="91440" tIns="45720" rIns="91440" bIns="45720" rtlCol="0" anchor="t">
            <a:spAutoFit/>
          </a:bodyPr>
          <a:lstStyle/>
          <a:p>
            <a:pPr>
              <a:defRPr/>
            </a:pPr>
            <a:r>
              <a:rPr lang="en-US" sz="1300" b="1" dirty="0">
                <a:solidFill>
                  <a:schemeClr val="bg1"/>
                </a:solidFill>
                <a:latin typeface="Raleway" pitchFamily="2" charset="0"/>
              </a:rPr>
              <a:t>Hanna Larsson</a:t>
            </a:r>
          </a:p>
          <a:p>
            <a:pPr>
              <a:defRPr/>
            </a:pPr>
            <a:r>
              <a:rPr lang="en-US" sz="1300" b="1" dirty="0">
                <a:solidFill>
                  <a:schemeClr val="bg1"/>
                </a:solidFill>
                <a:latin typeface="Raleway" pitchFamily="2" charset="0"/>
              </a:rPr>
              <a:t>Age: 25</a:t>
            </a:r>
            <a:br>
              <a:rPr lang="en-US" sz="1300" b="1" dirty="0">
                <a:solidFill>
                  <a:schemeClr val="bg1"/>
                </a:solidFill>
                <a:latin typeface="Raleway" pitchFamily="2" charset="0"/>
              </a:rPr>
            </a:br>
            <a:r>
              <a:rPr lang="en-US" sz="1300" b="1" dirty="0">
                <a:solidFill>
                  <a:schemeClr val="bg1"/>
                </a:solidFill>
                <a:latin typeface="Raleway" pitchFamily="2" charset="0"/>
              </a:rPr>
              <a:t>Role: Consultant</a:t>
            </a:r>
            <a:endParaRPr lang="en-US" sz="1300" dirty="0">
              <a:solidFill>
                <a:schemeClr val="bg1"/>
              </a:solidFill>
              <a:latin typeface="Raleway" pitchFamily="2" charset="0"/>
            </a:endParaRPr>
          </a:p>
          <a:p>
            <a:pPr>
              <a:defRPr/>
            </a:pPr>
            <a:r>
              <a:rPr lang="en-US" sz="1300" dirty="0">
                <a:solidFill>
                  <a:schemeClr val="bg1"/>
                </a:solidFill>
                <a:latin typeface="Raleway" pitchFamily="2" charset="0"/>
              </a:rPr>
              <a:t>(3 yrs in industry)</a:t>
            </a:r>
            <a:endParaRPr lang="en-US" sz="1300" dirty="0">
              <a:solidFill>
                <a:schemeClr val="bg1"/>
              </a:solidFill>
              <a:latin typeface="Raleway" pitchFamily="2" charset="0"/>
              <a:cs typeface="Poppins"/>
            </a:endParaRPr>
          </a:p>
        </p:txBody>
      </p:sp>
    </p:spTree>
    <p:extLst>
      <p:ext uri="{BB962C8B-B14F-4D97-AF65-F5344CB8AC3E}">
        <p14:creationId xmlns:p14="http://schemas.microsoft.com/office/powerpoint/2010/main" val="3124023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500"/>
                                        <p:tgtEl>
                                          <p:spTgt spid="16"/>
                                        </p:tgtEl>
                                      </p:cBhvr>
                                    </p:animEffect>
                                  </p:childTnLst>
                                </p:cTn>
                              </p:par>
                              <p:par>
                                <p:cTn id="25" presetID="10"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500"/>
                                        <p:tgtEl>
                                          <p:spTgt spid="1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500"/>
                                        <p:tgtEl>
                                          <p:spTgt spid="2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500"/>
                                        <p:tgtEl>
                                          <p:spTgt spid="9"/>
                                        </p:tgtEl>
                                      </p:cBhvr>
                                    </p:animEffect>
                                  </p:childTnLst>
                                </p:cTn>
                              </p:par>
                              <p:par>
                                <p:cTn id="39" presetID="10" presetClass="entr" presetSubtype="0" fill="hold" nodeType="with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fade">
                                      <p:cBhvr>
                                        <p:cTn id="41" dur="500"/>
                                        <p:tgtEl>
                                          <p:spTgt spid="2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p:bldP spid="11" grpId="0"/>
      <p:bldP spid="16" grpId="0"/>
      <p:bldP spid="17" grpId="0"/>
      <p:bldP spid="19" grpId="0"/>
      <p:bldP spid="21" grpId="0"/>
    </p:bld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ZRYLYSbLzP8DsqQ5_IDvMg"/>
</p:tagLst>
</file>

<file path=ppt/tags/tag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xml><?xml version="1.0" encoding="utf-8"?>
<p:tagLst xmlns:a="http://schemas.openxmlformats.org/drawingml/2006/main" xmlns:r="http://schemas.openxmlformats.org/officeDocument/2006/relationships" xmlns:p="http://schemas.openxmlformats.org/presentationml/2006/main">
  <p:tag name="SHAPENAME" val="Grid"/>
</p:tagLst>
</file>

<file path=ppt/tags/tag5.xml><?xml version="1.0" encoding="utf-8"?>
<p:tagLst xmlns:a="http://schemas.openxmlformats.org/drawingml/2006/main" xmlns:r="http://schemas.openxmlformats.org/officeDocument/2006/relationships" xmlns:p="http://schemas.openxmlformats.org/presentationml/2006/main">
  <p:tag name="SHAPENAME" val="4. Footnote"/>
</p:tagLst>
</file>

<file path=ppt/tags/tag6.xml><?xml version="1.0" encoding="utf-8"?>
<p:tagLst xmlns:a="http://schemas.openxmlformats.org/drawingml/2006/main" xmlns:r="http://schemas.openxmlformats.org/officeDocument/2006/relationships" xmlns:p="http://schemas.openxmlformats.org/presentationml/2006/main">
  <p:tag name="NAME" val="ACET"/>
</p:tagLst>
</file>

<file path=ppt/tags/tag7.xml><?xml version="1.0" encoding="utf-8"?>
<p:tagLst xmlns:a="http://schemas.openxmlformats.org/drawingml/2006/main" xmlns:r="http://schemas.openxmlformats.org/officeDocument/2006/relationships" xmlns:p="http://schemas.openxmlformats.org/presentationml/2006/main">
  <p:tag name="NAME" val="Moon"/>
</p:tagLst>
</file>

<file path=ppt/tags/tag8.xml><?xml version="1.0" encoding="utf-8"?>
<p:tagLst xmlns:a="http://schemas.openxmlformats.org/drawingml/2006/main" xmlns:r="http://schemas.openxmlformats.org/officeDocument/2006/relationships" xmlns:p="http://schemas.openxmlformats.org/presentationml/2006/main">
  <p:tag name="NAME" val="Moon"/>
</p:tagLst>
</file>

<file path=ppt/tags/tag9.xml><?xml version="1.0" encoding="utf-8"?>
<p:tagLst xmlns:a="http://schemas.openxmlformats.org/drawingml/2006/main" xmlns:r="http://schemas.openxmlformats.org/officeDocument/2006/relationships" xmlns:p="http://schemas.openxmlformats.org/presentationml/2006/main">
  <p:tag name="NAME" val="Moon"/>
</p:tagLst>
</file>

<file path=ppt/tags/tag10.xml><?xml version="1.0" encoding="utf-8"?>
<p:tagLst xmlns:a="http://schemas.openxmlformats.org/drawingml/2006/main" xmlns:r="http://schemas.openxmlformats.org/officeDocument/2006/relationships" xmlns:p="http://schemas.openxmlformats.org/presentationml/2006/main">
  <p:tag name="NAME" val="Moon"/>
</p:tagLst>
</file>

<file path=ppt/tags/tag11.xml><?xml version="1.0" encoding="utf-8"?>
<p:tagLst xmlns:a="http://schemas.openxmlformats.org/drawingml/2006/main" xmlns:r="http://schemas.openxmlformats.org/officeDocument/2006/relationships" xmlns:p="http://schemas.openxmlformats.org/presentationml/2006/main">
  <p:tag name="NAME" val="Moon"/>
</p:tagLst>
</file>

<file path=ppt/tags/tag12.xml><?xml version="1.0" encoding="utf-8"?>
<p:tagLst xmlns:a="http://schemas.openxmlformats.org/drawingml/2006/main" xmlns:r="http://schemas.openxmlformats.org/officeDocument/2006/relationships" xmlns:p="http://schemas.openxmlformats.org/presentationml/2006/main">
  <p:tag name="ANGLE" val="5"/>
</p:tagLst>
</file>

<file path=ppt/tags/tag13.xml><?xml version="1.0" encoding="utf-8"?>
<p:tagLst xmlns:a="http://schemas.openxmlformats.org/drawingml/2006/main" xmlns:r="http://schemas.openxmlformats.org/officeDocument/2006/relationships" xmlns:p="http://schemas.openxmlformats.org/presentationml/2006/main">
  <p:tag name="ANGLE" val="5"/>
</p:tagLst>
</file>

<file path=ppt/tags/tag14.xml><?xml version="1.0" encoding="utf-8"?>
<p:tagLst xmlns:a="http://schemas.openxmlformats.org/drawingml/2006/main" xmlns:r="http://schemas.openxmlformats.org/officeDocument/2006/relationships" xmlns:p="http://schemas.openxmlformats.org/presentationml/2006/main">
  <p:tag name="ANGLE" val="4"/>
</p:tagLst>
</file>

<file path=ppt/tags/tag15.xml><?xml version="1.0" encoding="utf-8"?>
<p:tagLst xmlns:a="http://schemas.openxmlformats.org/drawingml/2006/main" xmlns:r="http://schemas.openxmlformats.org/officeDocument/2006/relationships" xmlns:p="http://schemas.openxmlformats.org/presentationml/2006/main">
  <p:tag name="ANGLE" val="4"/>
</p:tagLst>
</file>

<file path=ppt/tags/tag16.xml><?xml version="1.0" encoding="utf-8"?>
<p:tagLst xmlns:a="http://schemas.openxmlformats.org/drawingml/2006/main" xmlns:r="http://schemas.openxmlformats.org/officeDocument/2006/relationships" xmlns:p="http://schemas.openxmlformats.org/presentationml/2006/main">
  <p:tag name="ANGLE" val="3"/>
</p:tagLst>
</file>

<file path=ppt/tags/tag17.xml><?xml version="1.0" encoding="utf-8"?>
<p:tagLst xmlns:a="http://schemas.openxmlformats.org/drawingml/2006/main" xmlns:r="http://schemas.openxmlformats.org/officeDocument/2006/relationships" xmlns:p="http://schemas.openxmlformats.org/presentationml/2006/main">
  <p:tag name="ANGLE" val="3"/>
</p:tagLst>
</file>

<file path=ppt/tags/tag18.xml><?xml version="1.0" encoding="utf-8"?>
<p:tagLst xmlns:a="http://schemas.openxmlformats.org/drawingml/2006/main" xmlns:r="http://schemas.openxmlformats.org/officeDocument/2006/relationships" xmlns:p="http://schemas.openxmlformats.org/presentationml/2006/main">
  <p:tag name="ANGLE" val="2"/>
</p:tagLst>
</file>

<file path=ppt/tags/tag19.xml><?xml version="1.0" encoding="utf-8"?>
<p:tagLst xmlns:a="http://schemas.openxmlformats.org/drawingml/2006/main" xmlns:r="http://schemas.openxmlformats.org/officeDocument/2006/relationships" xmlns:p="http://schemas.openxmlformats.org/presentationml/2006/main">
  <p:tag name="ANGLE" val="2"/>
</p:tagLst>
</file>

<file path=ppt/tags/tag20.xml><?xml version="1.0" encoding="utf-8"?>
<p:tagLst xmlns:a="http://schemas.openxmlformats.org/drawingml/2006/main" xmlns:r="http://schemas.openxmlformats.org/officeDocument/2006/relationships" xmlns:p="http://schemas.openxmlformats.org/presentationml/2006/main">
  <p:tag name="ANGLE" val="1"/>
</p:tagLst>
</file>

<file path=ppt/tags/tag21.xml><?xml version="1.0" encoding="utf-8"?>
<p:tagLst xmlns:a="http://schemas.openxmlformats.org/drawingml/2006/main" xmlns:r="http://schemas.openxmlformats.org/officeDocument/2006/relationships" xmlns:p="http://schemas.openxmlformats.org/presentationml/2006/main">
  <p:tag name="ANGLE" val="1"/>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24.xml><?xml version="1.0" encoding="utf-8"?>
<p:tagLst xmlns:a="http://schemas.openxmlformats.org/drawingml/2006/main" xmlns:r="http://schemas.openxmlformats.org/officeDocument/2006/relationships" xmlns:p="http://schemas.openxmlformats.org/presentationml/2006/main">
  <p:tag name="SHAPENAME" val="Subtitle"/>
</p:tagLst>
</file>

<file path=ppt/tags/tag25.xml><?xml version="1.0" encoding="utf-8"?>
<p:tagLst xmlns:a="http://schemas.openxmlformats.org/drawingml/2006/main" xmlns:r="http://schemas.openxmlformats.org/officeDocument/2006/relationships" xmlns:p="http://schemas.openxmlformats.org/presentationml/2006/main">
  <p:tag name="SHAPENAME" val="Titl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28.xml><?xml version="1.0" encoding="utf-8"?>
<p:tagLst xmlns:a="http://schemas.openxmlformats.org/drawingml/2006/main" xmlns:r="http://schemas.openxmlformats.org/officeDocument/2006/relationships" xmlns:p="http://schemas.openxmlformats.org/presentationml/2006/main">
  <p:tag name="SHAPENAME" val="Subtitle"/>
</p:tagLst>
</file>

<file path=ppt/tags/tag29.xml><?xml version="1.0" encoding="utf-8"?>
<p:tagLst xmlns:a="http://schemas.openxmlformats.org/drawingml/2006/main" xmlns:r="http://schemas.openxmlformats.org/officeDocument/2006/relationships" xmlns:p="http://schemas.openxmlformats.org/presentationml/2006/main">
  <p:tag name="SHAPENAME" val="Titl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JvgJTIPPebpo6irFSQqHlA"/>
</p:tagLst>
</file>

<file path=ppt/tags/tag3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3.xml><?xml version="1.0" encoding="utf-8"?>
<p:tagLst xmlns:a="http://schemas.openxmlformats.org/drawingml/2006/main" xmlns:r="http://schemas.openxmlformats.org/officeDocument/2006/relationships" xmlns:p="http://schemas.openxmlformats.org/presentationml/2006/main">
  <p:tag name="SHAPENAME" val="3. Subtitle"/>
</p:tagLst>
</file>

<file path=ppt/tags/tag3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5.xml><?xml version="1.0" encoding="utf-8"?>
<p:tagLst xmlns:a="http://schemas.openxmlformats.org/drawingml/2006/main" xmlns:r="http://schemas.openxmlformats.org/officeDocument/2006/relationships" xmlns:p="http://schemas.openxmlformats.org/presentationml/2006/main">
  <p:tag name="SHAPENAME" val="5. Source"/>
</p:tagLst>
</file>

<file path=ppt/tags/tag3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FWrJZYiK81Dqg3AKqhPXmQ"/>
</p:tagLst>
</file>

<file path=ppt/tags/tag3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1.xml><?xml version="1.0" encoding="utf-8"?>
<p:tagLst xmlns:a="http://schemas.openxmlformats.org/drawingml/2006/main" xmlns:r="http://schemas.openxmlformats.org/officeDocument/2006/relationships" xmlns:p="http://schemas.openxmlformats.org/presentationml/2006/main">
  <p:tag name="SHAPENAME" val="5. Source"/>
</p:tagLst>
</file>

<file path=ppt/tags/tag4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TqRLcqlXddAIBcoL4_FmkA"/>
</p:tagLst>
</file>

<file path=ppt/tags/tag4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7.xml><?xml version="1.0" encoding="utf-8"?>
<p:tagLst xmlns:a="http://schemas.openxmlformats.org/drawingml/2006/main" xmlns:r="http://schemas.openxmlformats.org/officeDocument/2006/relationships" xmlns:p="http://schemas.openxmlformats.org/presentationml/2006/main">
  <p:tag name="SHAPENAME" val="5. Source"/>
</p:tagLst>
</file>

<file path=ppt/tags/tag4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zFTi586bxaRXNGLyq6cjUQ"/>
</p:tagLst>
</file>

<file path=ppt/tags/tag5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3.xml><?xml version="1.0" encoding="utf-8"?>
<p:tagLst xmlns:a="http://schemas.openxmlformats.org/drawingml/2006/main" xmlns:r="http://schemas.openxmlformats.org/officeDocument/2006/relationships" xmlns:p="http://schemas.openxmlformats.org/presentationml/2006/main">
  <p:tag name="SHAPENAME" val="5. Source"/>
</p:tagLst>
</file>

<file path=ppt/tags/tag5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fRnDxEIFDMpZ7XFucXEwcQ"/>
</p:tagLst>
</file>

<file path=ppt/tags/tag5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8.xml><?xml version="1.0" encoding="utf-8"?>
<p:tagLst xmlns:a="http://schemas.openxmlformats.org/drawingml/2006/main" xmlns:r="http://schemas.openxmlformats.org/officeDocument/2006/relationships" xmlns:p="http://schemas.openxmlformats.org/presentationml/2006/main">
  <p:tag name="SHAPENAME" val="3. Subtitle"/>
</p:tagLst>
</file>

<file path=ppt/tags/tag5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0.xml><?xml version="1.0" encoding="utf-8"?>
<p:tagLst xmlns:a="http://schemas.openxmlformats.org/drawingml/2006/main" xmlns:r="http://schemas.openxmlformats.org/officeDocument/2006/relationships" xmlns:p="http://schemas.openxmlformats.org/presentationml/2006/main">
  <p:tag name="SHAPENAME" val="5. Source"/>
</p:tagLst>
</file>

<file path=ppt/tags/tag6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Mlpk7TYHRxaIHe6.SUx9jg"/>
</p:tagLst>
</file>

<file path=ppt/tags/tag64.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6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7.xml><?xml version="1.0" encoding="utf-8"?>
<p:tagLst xmlns:a="http://schemas.openxmlformats.org/drawingml/2006/main" xmlns:r="http://schemas.openxmlformats.org/officeDocument/2006/relationships" xmlns:p="http://schemas.openxmlformats.org/presentationml/2006/main">
  <p:tag name="SHAPENAME" val="3. Subtitle"/>
</p:tagLst>
</file>

<file path=ppt/tags/tag68.xml><?xml version="1.0" encoding="utf-8"?>
<p:tagLst xmlns:a="http://schemas.openxmlformats.org/drawingml/2006/main" xmlns:r="http://schemas.openxmlformats.org/officeDocument/2006/relationships" xmlns:p="http://schemas.openxmlformats.org/presentationml/2006/main">
  <p:tag name="SHAPENAME" val="5. Source"/>
</p:tagLst>
</file>

<file path=ppt/tags/tag6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yA0evTD9FXplcSqw.av8MA"/>
</p:tagLst>
</file>

<file path=ppt/tags/tag72.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7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7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5.xml><?xml version="1.0" encoding="utf-8"?>
<p:tagLst xmlns:a="http://schemas.openxmlformats.org/drawingml/2006/main" xmlns:r="http://schemas.openxmlformats.org/officeDocument/2006/relationships" xmlns:p="http://schemas.openxmlformats.org/presentationml/2006/main">
  <p:tag name="SHAPENAME" val="3. Subtitle"/>
</p:tagLst>
</file>

<file path=ppt/tags/tag76.xml><?xml version="1.0" encoding="utf-8"?>
<p:tagLst xmlns:a="http://schemas.openxmlformats.org/drawingml/2006/main" xmlns:r="http://schemas.openxmlformats.org/officeDocument/2006/relationships" xmlns:p="http://schemas.openxmlformats.org/presentationml/2006/main">
  <p:tag name="SHAPENAME" val="5. Source"/>
</p:tagLst>
</file>

<file path=ppt/tags/tag7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2DWhDmC1QbRmt16_uxlW7g"/>
</p:tagLst>
</file>

<file path=ppt/tags/tag80.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8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8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3.xml><?xml version="1.0" encoding="utf-8"?>
<p:tagLst xmlns:a="http://schemas.openxmlformats.org/drawingml/2006/main" xmlns:r="http://schemas.openxmlformats.org/officeDocument/2006/relationships" xmlns:p="http://schemas.openxmlformats.org/presentationml/2006/main">
  <p:tag name="SHAPENAME" val="3. Subtitle"/>
</p:tagLst>
</file>

<file path=ppt/tags/tag84.xml><?xml version="1.0" encoding="utf-8"?>
<p:tagLst xmlns:a="http://schemas.openxmlformats.org/drawingml/2006/main" xmlns:r="http://schemas.openxmlformats.org/officeDocument/2006/relationships" xmlns:p="http://schemas.openxmlformats.org/presentationml/2006/main">
  <p:tag name="SHAPENAME" val="5. Source"/>
</p:tagLst>
</file>

<file path=ppt/tags/tag8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7MQWNAe6aOZs3iPRT_1kIw"/>
</p:tagLst>
</file>

<file path=ppt/tags/tag8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9.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9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91.xml><?xml version="1.0" encoding="utf-8"?>
<p:tagLst xmlns:a="http://schemas.openxmlformats.org/drawingml/2006/main" xmlns:r="http://schemas.openxmlformats.org/officeDocument/2006/relationships" xmlns:p="http://schemas.openxmlformats.org/presentationml/2006/main">
  <p:tag name="SHAPENAME" val="3. Subtitle"/>
</p:tagLst>
</file>

<file path=ppt/tags/tag92.xml><?xml version="1.0" encoding="utf-8"?>
<p:tagLst xmlns:a="http://schemas.openxmlformats.org/drawingml/2006/main" xmlns:r="http://schemas.openxmlformats.org/officeDocument/2006/relationships" xmlns:p="http://schemas.openxmlformats.org/presentationml/2006/main">
  <p:tag name="SHAPENAME" val="5. Source"/>
</p:tagLst>
</file>

<file path=ppt/tags/tag9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BgETb3D.HcKF_v3xSvBqjg"/>
</p:tagLst>
</file>

<file path=ppt/tags/tag96.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9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9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9.xml><?xml version="1.0" encoding="utf-8"?>
<p:tagLst xmlns:a="http://schemas.openxmlformats.org/drawingml/2006/main" xmlns:r="http://schemas.openxmlformats.org/officeDocument/2006/relationships" xmlns:p="http://schemas.openxmlformats.org/presentationml/2006/main">
  <p:tag name="SHAPENAME" val="3. Subtitle"/>
</p:tagLst>
</file>

<file path=ppt/tags/tag100.xml><?xml version="1.0" encoding="utf-8"?>
<p:tagLst xmlns:a="http://schemas.openxmlformats.org/drawingml/2006/main" xmlns:r="http://schemas.openxmlformats.org/officeDocument/2006/relationships" xmlns:p="http://schemas.openxmlformats.org/presentationml/2006/main">
  <p:tag name="SHAPENAME" val="5. Source"/>
</p:tagLst>
</file>

<file path=ppt/tags/tag10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2DWhDmC1QbRmt16_uxlW7g"/>
</p:tagLst>
</file>

<file path=ppt/tags/tag104.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10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0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7.xml><?xml version="1.0" encoding="utf-8"?>
<p:tagLst xmlns:a="http://schemas.openxmlformats.org/drawingml/2006/main" xmlns:r="http://schemas.openxmlformats.org/officeDocument/2006/relationships" xmlns:p="http://schemas.openxmlformats.org/presentationml/2006/main">
  <p:tag name="SHAPENAME" val="3. Subtitle"/>
</p:tagLst>
</file>

<file path=ppt/tags/tag108.xml><?xml version="1.0" encoding="utf-8"?>
<p:tagLst xmlns:a="http://schemas.openxmlformats.org/drawingml/2006/main" xmlns:r="http://schemas.openxmlformats.org/officeDocument/2006/relationships" xmlns:p="http://schemas.openxmlformats.org/presentationml/2006/main">
  <p:tag name="SHAPENAME" val="5. Source"/>
</p:tagLst>
</file>

<file path=ppt/tags/tag10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7MQWNAe6aOZs3iPRT_1kIw"/>
</p:tagLst>
</file>

<file path=ppt/tags/tag112.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11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14.xml><?xml version="1.0" encoding="utf-8"?>
<p:tagLst xmlns:a="http://schemas.openxmlformats.org/drawingml/2006/main" xmlns:r="http://schemas.openxmlformats.org/officeDocument/2006/relationships" xmlns:p="http://schemas.openxmlformats.org/presentationml/2006/main">
  <p:tag name="SHAPENAME" val="5. Source"/>
</p:tagLst>
</file>

<file path=ppt/tags/tag11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1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17.xml><?xml version="1.0" encoding="utf-8"?>
<p:tagLst xmlns:a="http://schemas.openxmlformats.org/drawingml/2006/main" xmlns:r="http://schemas.openxmlformats.org/officeDocument/2006/relationships" xmlns:p="http://schemas.openxmlformats.org/presentationml/2006/main">
  <p:tag name="SHAPENAME" val="3. Subtitle"/>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BgETb3D.HcKF_v3xSvBqjg"/>
</p:tagLst>
</file>

<file path=ppt/tags/tag120.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2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22.xml><?xml version="1.0" encoding="utf-8"?>
<p:tagLst xmlns:a="http://schemas.openxmlformats.org/drawingml/2006/main" xmlns:r="http://schemas.openxmlformats.org/officeDocument/2006/relationships" xmlns:p="http://schemas.openxmlformats.org/presentationml/2006/main">
  <p:tag name="SHAPENAME" val="5. Source"/>
</p:tagLst>
</file>

<file path=ppt/tags/tag12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2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25.xml><?xml version="1.0" encoding="utf-8"?>
<p:tagLst xmlns:a="http://schemas.openxmlformats.org/drawingml/2006/main" xmlns:r="http://schemas.openxmlformats.org/officeDocument/2006/relationships" xmlns:p="http://schemas.openxmlformats.org/presentationml/2006/main">
  <p:tag name="SHAPENAME" val="3. Subtitle"/>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Rw4BZlnvKEO9ZCIa9.28.w"/>
</p:tagLst>
</file>

<file path=ppt/tags/tag12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2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30.xml><?xml version="1.0" encoding="utf-8"?>
<p:tagLst xmlns:a="http://schemas.openxmlformats.org/drawingml/2006/main" xmlns:r="http://schemas.openxmlformats.org/officeDocument/2006/relationships" xmlns:p="http://schemas.openxmlformats.org/presentationml/2006/main">
  <p:tag name="SHAPENAME" val="5. Source"/>
</p:tagLst>
</file>

<file path=ppt/tags/tag13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34.xml><?xml version="1.0" encoding="utf-8"?>
<p:tagLst xmlns:a="http://schemas.openxmlformats.org/drawingml/2006/main" xmlns:r="http://schemas.openxmlformats.org/officeDocument/2006/relationships" xmlns:p="http://schemas.openxmlformats.org/presentationml/2006/main">
  <p:tag name="SHAPENAME" val="5. Source"/>
</p:tagLst>
</file>

<file path=ppt/tags/tag13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7.xml><?xml version="1.0" encoding="utf-8"?>
<p:tagLst xmlns:a="http://schemas.openxmlformats.org/drawingml/2006/main" xmlns:r="http://schemas.openxmlformats.org/officeDocument/2006/relationships" xmlns:p="http://schemas.openxmlformats.org/presentationml/2006/main">
  <p:tag name="SHAPENAME" val="5. Source"/>
</p:tagLst>
</file>

<file path=ppt/theme/theme1.xml><?xml version="1.0" encoding="utf-8"?>
<a:theme xmlns:a="http://schemas.openxmlformats.org/drawingml/2006/main" name="1_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ontrast">
  <a:themeElements>
    <a:clrScheme name="Scheme2">
      <a:dk1>
        <a:srgbClr val="FFFFFF"/>
      </a:dk1>
      <a:lt1>
        <a:srgbClr val="002F5F"/>
      </a:lt1>
      <a:dk2>
        <a:srgbClr val="000000"/>
      </a:dk2>
      <a:lt2>
        <a:srgbClr val="000000"/>
      </a:lt2>
      <a:accent1>
        <a:srgbClr val="FFFFFF"/>
      </a:accent1>
      <a:accent2>
        <a:srgbClr val="0099CC"/>
      </a:accent2>
      <a:accent3>
        <a:srgbClr val="71B790"/>
      </a:accent3>
      <a:accent4>
        <a:srgbClr val="72B5CC"/>
      </a:accent4>
      <a:accent5>
        <a:srgbClr val="EC7A08"/>
      </a:accent5>
      <a:accent6>
        <a:srgbClr val="84CAE4"/>
      </a:accent6>
      <a:hlink>
        <a:srgbClr val="0000FF"/>
      </a:hlink>
      <a:folHlink>
        <a:srgbClr val="800080"/>
      </a:folHlink>
    </a:clrScheme>
    <a:fontScheme name="Custom 287">
      <a:majorFont>
        <a:latin typeface="Raleway"/>
        <a:ea typeface=""/>
        <a:cs typeface=""/>
      </a:majorFont>
      <a:minorFont>
        <a:latin typeface="Poppin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2">
        <a:dk1>
          <a:srgbClr val="FFFFFF"/>
        </a:dk1>
        <a:lt1>
          <a:srgbClr val="002F5F"/>
        </a:lt1>
        <a:dk2>
          <a:srgbClr val="000000"/>
        </a:dk2>
        <a:lt2>
          <a:srgbClr val="000000"/>
        </a:lt2>
        <a:accent1>
          <a:srgbClr val="FFFFFF"/>
        </a:accent1>
        <a:accent2>
          <a:srgbClr val="0099CC"/>
        </a:accent2>
        <a:accent3>
          <a:srgbClr val="71B790"/>
        </a:accent3>
        <a:accent4>
          <a:srgbClr val="72B5CC"/>
        </a:accent4>
        <a:accent5>
          <a:srgbClr val="EC7A08"/>
        </a:accent5>
        <a:accent6>
          <a:srgbClr val="84CAE4"/>
        </a:accent6>
        <a:hlink>
          <a:srgbClr val="0000FF"/>
        </a:hlink>
        <a:folHlink>
          <a:srgbClr val="800080"/>
        </a:folHlink>
      </a:clrScheme>
    </a:extraClrScheme>
  </a:extraClrSchemeLst>
  <a:custClrLst>
    <a:custClr name="Dark Gray">
      <a:srgbClr val="4D4D4D"/>
    </a:custClr>
    <a:custClr name="Mid Gray">
      <a:srgbClr val="7F7F7F"/>
    </a:custClr>
    <a:custClr name="Light Gray">
      <a:srgbClr val="B3B3B3"/>
    </a:custClr>
    <a:custClr name="Super Light Gray">
      <a:srgbClr val="D0D0D0"/>
    </a:custClr>
    <a:custClr name="Pale Gray">
      <a:srgbClr val="E6E6E6"/>
    </a:custClr>
  </a:custClrLst>
  <a:extLst>
    <a:ext uri="{05A4C25C-085E-4340-85A3-A5531E510DB2}">
      <thm15:themeFamily xmlns:thm15="http://schemas.microsoft.com/office/thememl/2012/main" name="5410RI01_CF_16x9_ENG_V11" id="{F3687B17-E9E0-4E09-A850-C47D204552A0}" vid="{8BEFB378-7B5A-44E2-8BCE-066C1BB07269}"/>
    </a:ext>
  </a:extLst>
</a:theme>
</file>

<file path=ppt/theme/theme3.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184fe9d-f733-4eff-a586-7a427ee5d4ca">
      <Terms xmlns="http://schemas.microsoft.com/office/infopath/2007/PartnerControls"/>
    </lcf76f155ced4ddcb4097134ff3c332f>
    <TaxCatchAll xmlns="883f0834-832b-4e9f-894c-32ba2424580a"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F6B63602B7758C45853D8D904F680038" ma:contentTypeVersion="16" ma:contentTypeDescription="Skapa ett nytt dokument." ma:contentTypeScope="" ma:versionID="efc8a33de369bbce9e58864152c9e628">
  <xsd:schema xmlns:xsd="http://www.w3.org/2001/XMLSchema" xmlns:xs="http://www.w3.org/2001/XMLSchema" xmlns:p="http://schemas.microsoft.com/office/2006/metadata/properties" xmlns:ns2="6184fe9d-f733-4eff-a586-7a427ee5d4ca" xmlns:ns3="883f0834-832b-4e9f-894c-32ba2424580a" targetNamespace="http://schemas.microsoft.com/office/2006/metadata/properties" ma:root="true" ma:fieldsID="c3315edd28bb6278d3b0b2b7365d0427" ns2:_="" ns3:_="">
    <xsd:import namespace="6184fe9d-f733-4eff-a586-7a427ee5d4ca"/>
    <xsd:import namespace="883f0834-832b-4e9f-894c-32ba2424580a"/>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184fe9d-f733-4eff-a586-7a427ee5d4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Bildmarkeringar" ma:readOnly="false" ma:fieldId="{5cf76f15-5ced-4ddc-b409-7134ff3c332f}" ma:taxonomyMulti="true" ma:sspId="ac6ddf65-0000-42b4-81cf-65db2c0f80c8"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ternalName="MediaServiceDateTaken"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83f0834-832b-4e9f-894c-32ba2424580a" elementFormDefault="qualified">
    <xsd:import namespace="http://schemas.microsoft.com/office/2006/documentManagement/types"/>
    <xsd:import namespace="http://schemas.microsoft.com/office/infopath/2007/PartnerControls"/>
    <xsd:element name="SharedWithUsers" ma:index="12" nillable="true" ma:displayName="Dela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Delat med information" ma:internalName="SharedWithDetails" ma:readOnly="true">
      <xsd:simpleType>
        <xsd:restriction base="dms:Note">
          <xsd:maxLength value="255"/>
        </xsd:restriction>
      </xsd:simpleType>
    </xsd:element>
    <xsd:element name="TaxCatchAll" ma:index="16" nillable="true" ma:displayName="Taxonomy Catch All Column" ma:hidden="true" ma:list="{6391b21f-4277-40ab-8904-3ff057b7d18f}" ma:internalName="TaxCatchAll" ma:showField="CatchAllData" ma:web="883f0834-832b-4e9f-894c-32ba2424580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nehållstyp"/>
        <xsd:element ref="dc:title" minOccurs="0" maxOccurs="1" ma:index="4" ma:displayName="Rubri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4C4327D-2E38-4E5C-86B6-E0DECF366595}">
  <ds:schemaRefs>
    <ds:schemaRef ds:uri="6184fe9d-f733-4eff-a586-7a427ee5d4ca"/>
    <ds:schemaRef ds:uri="883f0834-832b-4e9f-894c-32ba2424580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924B6B29-4FE4-4F4C-A849-2CCD75677989}">
  <ds:schemaRefs>
    <ds:schemaRef ds:uri="6184fe9d-f733-4eff-a586-7a427ee5d4ca"/>
    <ds:schemaRef ds:uri="883f0834-832b-4e9f-894c-32ba2424580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5CF0CE1-5118-4D76-908C-D1EC12BE578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2835</TotalTime>
  <Words>688</Words>
  <Application>Microsoft Office PowerPoint</Application>
  <PresentationFormat>Bredbild</PresentationFormat>
  <Paragraphs>80</Paragraphs>
  <Slides>6</Slides>
  <Notes>6</Notes>
  <HiddenSlides>0</HiddenSlides>
  <MMClips>0</MMClips>
  <ScaleCrop>false</ScaleCrop>
  <HeadingPairs>
    <vt:vector size="8" baseType="variant">
      <vt:variant>
        <vt:lpstr>Använt teckensnitt</vt:lpstr>
      </vt:variant>
      <vt:variant>
        <vt:i4>7</vt:i4>
      </vt:variant>
      <vt:variant>
        <vt:lpstr>Tema</vt:lpstr>
      </vt:variant>
      <vt:variant>
        <vt:i4>2</vt:i4>
      </vt:variant>
      <vt:variant>
        <vt:lpstr>Serverprogram för OLE-inbäddning</vt:lpstr>
      </vt:variant>
      <vt:variant>
        <vt:i4>1</vt:i4>
      </vt:variant>
      <vt:variant>
        <vt:lpstr>Bildrubriker</vt:lpstr>
      </vt:variant>
      <vt:variant>
        <vt:i4>6</vt:i4>
      </vt:variant>
    </vt:vector>
  </HeadingPairs>
  <TitlesOfParts>
    <vt:vector size="16" baseType="lpstr">
      <vt:lpstr>Aptos</vt:lpstr>
      <vt:lpstr>Aptos Display</vt:lpstr>
      <vt:lpstr>Arial</vt:lpstr>
      <vt:lpstr>Poppins</vt:lpstr>
      <vt:lpstr>Raleway</vt:lpstr>
      <vt:lpstr>Segoe UI</vt:lpstr>
      <vt:lpstr>Wingdings</vt:lpstr>
      <vt:lpstr>1_Office-tema</vt:lpstr>
      <vt:lpstr>Contrast</vt:lpstr>
      <vt:lpstr>think-cell Slide</vt:lpstr>
      <vt:lpstr>PowerPoint-presentation</vt:lpstr>
      <vt:lpstr>PowerPoint-presentation</vt:lpstr>
      <vt:lpstr>PowerPoint-presentation</vt:lpstr>
      <vt:lpstr>PowerPoint-presentation</vt:lpstr>
      <vt:lpstr>PowerPoint-presentation</vt:lpstr>
      <vt:lpstr>PowerPoint-presentation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PowerPoint-presentation</dc:title>
  <dc:creator>Fredrik Wessberg</dc:creator>
  <cp:lastModifiedBy>Fredrik Wessberg</cp:lastModifiedBy>
  <cp:revision>6</cp:revision>
  <dcterms:created xsi:type="dcterms:W3CDTF">2024-03-10T10:45:29Z</dcterms:created>
  <dcterms:modified xsi:type="dcterms:W3CDTF">2026-02-09T16:52:27Z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0x010100F6B63602B7758C45853D8D904F680038</vt:lpwstr>
  </property>
  <property fmtid="{D5CDD505-2E9C-101B-9397-08002B2CF9AE}" pid="3" name="MediaServiceImageTags">
    <vt:lpwstr/>
  </property>
</Properties>
</file>